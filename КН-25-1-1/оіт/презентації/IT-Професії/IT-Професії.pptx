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Попит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Аркуш1!$A$2:$A$5</c:f>
              <c:strCache>
                <c:ptCount val="4"/>
                <c:pt idx="0">
                  <c:v>UI Designer</c:v>
                </c:pt>
                <c:pt idx="1">
                  <c:v>Project Manager</c:v>
                </c:pt>
                <c:pt idx="2">
                  <c:v>Mobile Dev</c:v>
                </c:pt>
                <c:pt idx="3">
                  <c:v>Game Dev</c:v>
                </c:pt>
              </c:strCache>
            </c:strRef>
          </c:cat>
          <c:val>
            <c:numRef>
              <c:f>Аркуш1!$B$2:$B$5</c:f>
              <c:numCache>
                <c:formatCode>General</c:formatCode>
                <c:ptCount val="4"/>
                <c:pt idx="0">
                  <c:v>0.85</c:v>
                </c:pt>
                <c:pt idx="1">
                  <c:v>0.9</c:v>
                </c:pt>
                <c:pt idx="2">
                  <c:v>0.88</c:v>
                </c:pt>
                <c:pt idx="3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A0-449E-8572-B06E024779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1478015"/>
        <c:axId val="314316703"/>
      </c:barChart>
      <c:catAx>
        <c:axId val="2061478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314316703"/>
        <c:crosses val="autoZero"/>
        <c:auto val="1"/>
        <c:lblAlgn val="ctr"/>
        <c:lblOffset val="100"/>
        <c:noMultiLvlLbl val="0"/>
      </c:catAx>
      <c:valAx>
        <c:axId val="314316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061478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3555F5-B328-4860-B0D2-75C6ED329EB8}" type="doc">
      <dgm:prSet loTypeId="urn:microsoft.com/office/officeart/2005/8/layout/vList5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7255C72-4989-40A0-83D3-70728BD3D595}">
      <dgm:prSet phldrT="[Текст]"/>
      <dgm:spPr/>
      <dgm:t>
        <a:bodyPr/>
        <a:lstStyle/>
        <a:p>
          <a:r>
            <a:rPr lang="en-US" dirty="0"/>
            <a:t>Hardware</a:t>
          </a:r>
          <a:endParaRPr lang="uk-UA" dirty="0"/>
        </a:p>
      </dgm:t>
    </dgm:pt>
    <dgm:pt modelId="{A82C66CB-B3AA-423C-B6B8-E67C32E4489C}" type="parTrans" cxnId="{C6A07672-C937-4565-A2D4-59F400580875}">
      <dgm:prSet/>
      <dgm:spPr/>
      <dgm:t>
        <a:bodyPr/>
        <a:lstStyle/>
        <a:p>
          <a:endParaRPr lang="uk-UA"/>
        </a:p>
      </dgm:t>
    </dgm:pt>
    <dgm:pt modelId="{C91E1CB1-ADE2-4D28-AB14-9BD5879EA8D7}" type="sibTrans" cxnId="{C6A07672-C937-4565-A2D4-59F400580875}">
      <dgm:prSet/>
      <dgm:spPr/>
      <dgm:t>
        <a:bodyPr/>
        <a:lstStyle/>
        <a:p>
          <a:endParaRPr lang="uk-UA"/>
        </a:p>
      </dgm:t>
    </dgm:pt>
    <dgm:pt modelId="{B254C565-60F1-40D0-A358-72CE34CF4EC9}">
      <dgm:prSet phldrT="[Текст]"/>
      <dgm:spPr/>
      <dgm:t>
        <a:bodyPr/>
        <a:lstStyle/>
        <a:p>
          <a:r>
            <a:rPr lang="uk-UA" dirty="0"/>
            <a:t>Фізичні пристрої.</a:t>
          </a:r>
        </a:p>
      </dgm:t>
    </dgm:pt>
    <dgm:pt modelId="{E4696A62-541D-4224-AF9E-FDC25B025CA6}" type="parTrans" cxnId="{E4D55021-355D-4CEA-8C06-D955AD2368B5}">
      <dgm:prSet/>
      <dgm:spPr/>
      <dgm:t>
        <a:bodyPr/>
        <a:lstStyle/>
        <a:p>
          <a:endParaRPr lang="uk-UA"/>
        </a:p>
      </dgm:t>
    </dgm:pt>
    <dgm:pt modelId="{FE0BD529-F4B6-4024-BEBF-0B32DAA6C0C5}" type="sibTrans" cxnId="{E4D55021-355D-4CEA-8C06-D955AD2368B5}">
      <dgm:prSet/>
      <dgm:spPr/>
      <dgm:t>
        <a:bodyPr/>
        <a:lstStyle/>
        <a:p>
          <a:endParaRPr lang="uk-UA"/>
        </a:p>
      </dgm:t>
    </dgm:pt>
    <dgm:pt modelId="{B6336E8A-BCF1-4EF1-87EA-9F2F1292922E}">
      <dgm:prSet phldrT="[Текст]"/>
      <dgm:spPr/>
      <dgm:t>
        <a:bodyPr/>
        <a:lstStyle/>
        <a:p>
          <a:r>
            <a:rPr lang="uk-UA" dirty="0"/>
            <a:t>Це комп</a:t>
          </a:r>
          <a:r>
            <a:rPr lang="en-US" dirty="0"/>
            <a:t>’</a:t>
          </a:r>
          <a:r>
            <a:rPr lang="uk-UA" dirty="0" err="1"/>
            <a:t>ютери</a:t>
          </a:r>
          <a:r>
            <a:rPr lang="uk-UA" dirty="0"/>
            <a:t>, сервери, телефони, тощо.</a:t>
          </a:r>
        </a:p>
      </dgm:t>
    </dgm:pt>
    <dgm:pt modelId="{568662AB-6E24-43B5-8153-9B04E8F76887}" type="parTrans" cxnId="{32F31097-739A-4A66-83C2-932C26208163}">
      <dgm:prSet/>
      <dgm:spPr/>
      <dgm:t>
        <a:bodyPr/>
        <a:lstStyle/>
        <a:p>
          <a:endParaRPr lang="uk-UA"/>
        </a:p>
      </dgm:t>
    </dgm:pt>
    <dgm:pt modelId="{B6FF1BEE-0C3F-427E-8BE5-3C9FBCA05A1C}" type="sibTrans" cxnId="{32F31097-739A-4A66-83C2-932C26208163}">
      <dgm:prSet/>
      <dgm:spPr/>
      <dgm:t>
        <a:bodyPr/>
        <a:lstStyle/>
        <a:p>
          <a:endParaRPr lang="uk-UA"/>
        </a:p>
      </dgm:t>
    </dgm:pt>
    <dgm:pt modelId="{55B9C183-0BB4-4576-978D-2D2FDEF6DE44}">
      <dgm:prSet phldrT="[Текст]"/>
      <dgm:spPr/>
      <dgm:t>
        <a:bodyPr/>
        <a:lstStyle/>
        <a:p>
          <a:r>
            <a:rPr lang="en-US" dirty="0"/>
            <a:t>Software</a:t>
          </a:r>
          <a:endParaRPr lang="uk-UA" dirty="0"/>
        </a:p>
      </dgm:t>
    </dgm:pt>
    <dgm:pt modelId="{770DF3CB-541B-4EA5-A6C4-1C3F98670811}" type="parTrans" cxnId="{B3DDE9EE-E5CA-417C-BA9B-322A9CA459F0}">
      <dgm:prSet/>
      <dgm:spPr/>
      <dgm:t>
        <a:bodyPr/>
        <a:lstStyle/>
        <a:p>
          <a:endParaRPr lang="uk-UA"/>
        </a:p>
      </dgm:t>
    </dgm:pt>
    <dgm:pt modelId="{08226E51-AEBB-48E7-8B77-687399FA7567}" type="sibTrans" cxnId="{B3DDE9EE-E5CA-417C-BA9B-322A9CA459F0}">
      <dgm:prSet/>
      <dgm:spPr/>
      <dgm:t>
        <a:bodyPr/>
        <a:lstStyle/>
        <a:p>
          <a:endParaRPr lang="uk-UA"/>
        </a:p>
      </dgm:t>
    </dgm:pt>
    <dgm:pt modelId="{622DFB0F-4F0D-4A09-A559-C2C5BE9BB168}">
      <dgm:prSet phldrT="[Текст]"/>
      <dgm:spPr/>
      <dgm:t>
        <a:bodyPr/>
        <a:lstStyle/>
        <a:p>
          <a:r>
            <a:rPr lang="uk-UA" dirty="0"/>
            <a:t>Програми які змушують</a:t>
          </a:r>
          <a:r>
            <a:rPr lang="en-US" dirty="0"/>
            <a:t> “</a:t>
          </a:r>
          <a:r>
            <a:rPr lang="uk-UA" dirty="0"/>
            <a:t>залізо</a:t>
          </a:r>
          <a:r>
            <a:rPr lang="en-US" dirty="0"/>
            <a:t>”</a:t>
          </a:r>
          <a:r>
            <a:rPr lang="uk-UA" dirty="0"/>
            <a:t> працювати.</a:t>
          </a:r>
        </a:p>
      </dgm:t>
    </dgm:pt>
    <dgm:pt modelId="{7414BF22-F794-4BB3-996C-0E48EE0B0353}" type="parTrans" cxnId="{5174A9BD-198D-4D9C-8501-327019D6339B}">
      <dgm:prSet/>
      <dgm:spPr/>
      <dgm:t>
        <a:bodyPr/>
        <a:lstStyle/>
        <a:p>
          <a:endParaRPr lang="uk-UA"/>
        </a:p>
      </dgm:t>
    </dgm:pt>
    <dgm:pt modelId="{7DBCD7F3-17B6-445F-9B8E-E93016314DA0}" type="sibTrans" cxnId="{5174A9BD-198D-4D9C-8501-327019D6339B}">
      <dgm:prSet/>
      <dgm:spPr/>
      <dgm:t>
        <a:bodyPr/>
        <a:lstStyle/>
        <a:p>
          <a:endParaRPr lang="uk-UA"/>
        </a:p>
      </dgm:t>
    </dgm:pt>
    <dgm:pt modelId="{579F8ADE-7ADC-4F09-A2BD-B7852E743942}">
      <dgm:prSet phldrT="[Текст]"/>
      <dgm:spPr/>
      <dgm:t>
        <a:bodyPr/>
        <a:lstStyle/>
        <a:p>
          <a:r>
            <a:rPr lang="uk-UA" dirty="0"/>
            <a:t>Це операційні системи, додатки, браузери, ігри</a:t>
          </a:r>
        </a:p>
      </dgm:t>
    </dgm:pt>
    <dgm:pt modelId="{512F4B44-F9A0-42FF-B21B-7EA053ED8A03}" type="parTrans" cxnId="{BF15B37E-A4BF-44DC-AF25-3343BB7ED999}">
      <dgm:prSet/>
      <dgm:spPr/>
      <dgm:t>
        <a:bodyPr/>
        <a:lstStyle/>
        <a:p>
          <a:endParaRPr lang="uk-UA"/>
        </a:p>
      </dgm:t>
    </dgm:pt>
    <dgm:pt modelId="{03F647A7-C1A9-431A-AF21-8085EBEBFCDC}" type="sibTrans" cxnId="{BF15B37E-A4BF-44DC-AF25-3343BB7ED999}">
      <dgm:prSet/>
      <dgm:spPr/>
      <dgm:t>
        <a:bodyPr/>
        <a:lstStyle/>
        <a:p>
          <a:endParaRPr lang="uk-UA"/>
        </a:p>
      </dgm:t>
    </dgm:pt>
    <dgm:pt modelId="{966BC83C-5940-42C7-8036-625CAB5AE335}">
      <dgm:prSet phldrT="[Текст]"/>
      <dgm:spPr/>
      <dgm:t>
        <a:bodyPr/>
        <a:lstStyle/>
        <a:p>
          <a:r>
            <a:rPr lang="en-US" dirty="0"/>
            <a:t>Services and Communication</a:t>
          </a:r>
          <a:endParaRPr lang="uk-UA" dirty="0"/>
        </a:p>
      </dgm:t>
    </dgm:pt>
    <dgm:pt modelId="{B5E40C7A-F9B5-4535-AE88-BD0410A07CC9}" type="parTrans" cxnId="{E3B2A607-090D-481F-9B92-2CB9EF04A525}">
      <dgm:prSet/>
      <dgm:spPr/>
      <dgm:t>
        <a:bodyPr/>
        <a:lstStyle/>
        <a:p>
          <a:endParaRPr lang="uk-UA"/>
        </a:p>
      </dgm:t>
    </dgm:pt>
    <dgm:pt modelId="{2A00FE17-12B2-48F3-A1C9-754848DACF07}" type="sibTrans" cxnId="{E3B2A607-090D-481F-9B92-2CB9EF04A525}">
      <dgm:prSet/>
      <dgm:spPr/>
      <dgm:t>
        <a:bodyPr/>
        <a:lstStyle/>
        <a:p>
          <a:endParaRPr lang="uk-UA"/>
        </a:p>
      </dgm:t>
    </dgm:pt>
    <dgm:pt modelId="{7AC24474-3160-4E7D-8361-CCC36398C4CA}">
      <dgm:prSet phldrT="[Текст]"/>
      <dgm:spPr/>
      <dgm:t>
        <a:bodyPr/>
        <a:lstStyle/>
        <a:p>
          <a:r>
            <a:rPr lang="uk-UA" dirty="0"/>
            <a:t>Інтернет, хмарні сховища, бази даних, </a:t>
          </a:r>
          <a:r>
            <a:rPr lang="en-US" dirty="0" err="1"/>
            <a:t>WiFi</a:t>
          </a:r>
          <a:r>
            <a:rPr lang="uk-UA" dirty="0"/>
            <a:t>.</a:t>
          </a:r>
        </a:p>
      </dgm:t>
    </dgm:pt>
    <dgm:pt modelId="{61C4C34E-C4AB-4EE0-AB24-3F131CA3AB34}" type="parTrans" cxnId="{58C436D4-A75C-4D1C-BB87-460A53EEBB0E}">
      <dgm:prSet/>
      <dgm:spPr/>
      <dgm:t>
        <a:bodyPr/>
        <a:lstStyle/>
        <a:p>
          <a:endParaRPr lang="uk-UA"/>
        </a:p>
      </dgm:t>
    </dgm:pt>
    <dgm:pt modelId="{D70A741C-CC79-4F8E-B7E1-067AA99FFF2F}" type="sibTrans" cxnId="{58C436D4-A75C-4D1C-BB87-460A53EEBB0E}">
      <dgm:prSet/>
      <dgm:spPr/>
      <dgm:t>
        <a:bodyPr/>
        <a:lstStyle/>
        <a:p>
          <a:endParaRPr lang="uk-UA"/>
        </a:p>
      </dgm:t>
    </dgm:pt>
    <dgm:pt modelId="{72DB0A36-7943-4CBB-9062-52DDBB82EB55}" type="pres">
      <dgm:prSet presAssocID="{313555F5-B328-4860-B0D2-75C6ED329EB8}" presName="Name0" presStyleCnt="0">
        <dgm:presLayoutVars>
          <dgm:dir/>
          <dgm:animLvl val="lvl"/>
          <dgm:resizeHandles val="exact"/>
        </dgm:presLayoutVars>
      </dgm:prSet>
      <dgm:spPr/>
    </dgm:pt>
    <dgm:pt modelId="{F406EE3E-5C3F-418D-8DA9-038BDFF90053}" type="pres">
      <dgm:prSet presAssocID="{A7255C72-4989-40A0-83D3-70728BD3D595}" presName="linNode" presStyleCnt="0"/>
      <dgm:spPr/>
    </dgm:pt>
    <dgm:pt modelId="{5B34198D-AF78-4CC7-AD19-DAAF6D8E7D5A}" type="pres">
      <dgm:prSet presAssocID="{A7255C72-4989-40A0-83D3-70728BD3D59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20C9052-E0D6-4AFD-BF30-F370C716F4E9}" type="pres">
      <dgm:prSet presAssocID="{A7255C72-4989-40A0-83D3-70728BD3D595}" presName="descendantText" presStyleLbl="alignAccFollowNode1" presStyleIdx="0" presStyleCnt="3">
        <dgm:presLayoutVars>
          <dgm:bulletEnabled val="1"/>
        </dgm:presLayoutVars>
      </dgm:prSet>
      <dgm:spPr/>
    </dgm:pt>
    <dgm:pt modelId="{8979191C-711C-445F-AAE7-6A87BF44518C}" type="pres">
      <dgm:prSet presAssocID="{C91E1CB1-ADE2-4D28-AB14-9BD5879EA8D7}" presName="sp" presStyleCnt="0"/>
      <dgm:spPr/>
    </dgm:pt>
    <dgm:pt modelId="{2B9AA165-D3B1-4EF4-91AC-D048F88759E3}" type="pres">
      <dgm:prSet presAssocID="{55B9C183-0BB4-4576-978D-2D2FDEF6DE44}" presName="linNode" presStyleCnt="0"/>
      <dgm:spPr/>
    </dgm:pt>
    <dgm:pt modelId="{29408C44-4ED0-49AB-ADDE-F73363C8CF89}" type="pres">
      <dgm:prSet presAssocID="{55B9C183-0BB4-4576-978D-2D2FDEF6DE4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C925C3D6-58BA-48F6-A822-128014AF6409}" type="pres">
      <dgm:prSet presAssocID="{55B9C183-0BB4-4576-978D-2D2FDEF6DE44}" presName="descendantText" presStyleLbl="alignAccFollowNode1" presStyleIdx="1" presStyleCnt="3">
        <dgm:presLayoutVars>
          <dgm:bulletEnabled val="1"/>
        </dgm:presLayoutVars>
      </dgm:prSet>
      <dgm:spPr/>
    </dgm:pt>
    <dgm:pt modelId="{D1A4C504-E127-46C1-A688-B7CF04B018BD}" type="pres">
      <dgm:prSet presAssocID="{08226E51-AEBB-48E7-8B77-687399FA7567}" presName="sp" presStyleCnt="0"/>
      <dgm:spPr/>
    </dgm:pt>
    <dgm:pt modelId="{4EB38CE1-B5CE-44BE-8C74-F76A9BDE6D67}" type="pres">
      <dgm:prSet presAssocID="{966BC83C-5940-42C7-8036-625CAB5AE335}" presName="linNode" presStyleCnt="0"/>
      <dgm:spPr/>
    </dgm:pt>
    <dgm:pt modelId="{332F6856-79CA-46AA-A1D5-AFC0043F4B14}" type="pres">
      <dgm:prSet presAssocID="{966BC83C-5940-42C7-8036-625CAB5AE335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5AE4DB2-E2A9-4CE7-A879-99F8CB775F63}" type="pres">
      <dgm:prSet presAssocID="{966BC83C-5940-42C7-8036-625CAB5AE335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17A91D03-85FF-4525-B4F4-F55EFF1CE409}" type="presOf" srcId="{A7255C72-4989-40A0-83D3-70728BD3D595}" destId="{5B34198D-AF78-4CC7-AD19-DAAF6D8E7D5A}" srcOrd="0" destOrd="0" presId="urn:microsoft.com/office/officeart/2005/8/layout/vList5"/>
    <dgm:cxn modelId="{E3B2A607-090D-481F-9B92-2CB9EF04A525}" srcId="{313555F5-B328-4860-B0D2-75C6ED329EB8}" destId="{966BC83C-5940-42C7-8036-625CAB5AE335}" srcOrd="2" destOrd="0" parTransId="{B5E40C7A-F9B5-4535-AE88-BD0410A07CC9}" sibTransId="{2A00FE17-12B2-48F3-A1C9-754848DACF07}"/>
    <dgm:cxn modelId="{E4D55021-355D-4CEA-8C06-D955AD2368B5}" srcId="{A7255C72-4989-40A0-83D3-70728BD3D595}" destId="{B254C565-60F1-40D0-A358-72CE34CF4EC9}" srcOrd="0" destOrd="0" parTransId="{E4696A62-541D-4224-AF9E-FDC25B025CA6}" sibTransId="{FE0BD529-F4B6-4024-BEBF-0B32DAA6C0C5}"/>
    <dgm:cxn modelId="{C6A07672-C937-4565-A2D4-59F400580875}" srcId="{313555F5-B328-4860-B0D2-75C6ED329EB8}" destId="{A7255C72-4989-40A0-83D3-70728BD3D595}" srcOrd="0" destOrd="0" parTransId="{A82C66CB-B3AA-423C-B6B8-E67C32E4489C}" sibTransId="{C91E1CB1-ADE2-4D28-AB14-9BD5879EA8D7}"/>
    <dgm:cxn modelId="{5AE5C857-79AC-4615-9CBA-BA75B311A0C8}" type="presOf" srcId="{622DFB0F-4F0D-4A09-A559-C2C5BE9BB168}" destId="{C925C3D6-58BA-48F6-A822-128014AF6409}" srcOrd="0" destOrd="0" presId="urn:microsoft.com/office/officeart/2005/8/layout/vList5"/>
    <dgm:cxn modelId="{96F98A59-FA3F-48CB-90D9-A02068CBB92E}" type="presOf" srcId="{55B9C183-0BB4-4576-978D-2D2FDEF6DE44}" destId="{29408C44-4ED0-49AB-ADDE-F73363C8CF89}" srcOrd="0" destOrd="0" presId="urn:microsoft.com/office/officeart/2005/8/layout/vList5"/>
    <dgm:cxn modelId="{BF15B37E-A4BF-44DC-AF25-3343BB7ED999}" srcId="{55B9C183-0BB4-4576-978D-2D2FDEF6DE44}" destId="{579F8ADE-7ADC-4F09-A2BD-B7852E743942}" srcOrd="1" destOrd="0" parTransId="{512F4B44-F9A0-42FF-B21B-7EA053ED8A03}" sibTransId="{03F647A7-C1A9-431A-AF21-8085EBEBFCDC}"/>
    <dgm:cxn modelId="{ED1D7788-2D63-458D-9F06-F6BBD8F052A8}" type="presOf" srcId="{B254C565-60F1-40D0-A358-72CE34CF4EC9}" destId="{420C9052-E0D6-4AFD-BF30-F370C716F4E9}" srcOrd="0" destOrd="0" presId="urn:microsoft.com/office/officeart/2005/8/layout/vList5"/>
    <dgm:cxn modelId="{02E94E95-1F59-4D65-AD77-086701330943}" type="presOf" srcId="{966BC83C-5940-42C7-8036-625CAB5AE335}" destId="{332F6856-79CA-46AA-A1D5-AFC0043F4B14}" srcOrd="0" destOrd="0" presId="urn:microsoft.com/office/officeart/2005/8/layout/vList5"/>
    <dgm:cxn modelId="{32F31097-739A-4A66-83C2-932C26208163}" srcId="{A7255C72-4989-40A0-83D3-70728BD3D595}" destId="{B6336E8A-BCF1-4EF1-87EA-9F2F1292922E}" srcOrd="1" destOrd="0" parTransId="{568662AB-6E24-43B5-8153-9B04E8F76887}" sibTransId="{B6FF1BEE-0C3F-427E-8BE5-3C9FBCA05A1C}"/>
    <dgm:cxn modelId="{51F0A8BC-0C4D-42F0-9923-DF7E262C6559}" type="presOf" srcId="{579F8ADE-7ADC-4F09-A2BD-B7852E743942}" destId="{C925C3D6-58BA-48F6-A822-128014AF6409}" srcOrd="0" destOrd="1" presId="urn:microsoft.com/office/officeart/2005/8/layout/vList5"/>
    <dgm:cxn modelId="{5174A9BD-198D-4D9C-8501-327019D6339B}" srcId="{55B9C183-0BB4-4576-978D-2D2FDEF6DE44}" destId="{622DFB0F-4F0D-4A09-A559-C2C5BE9BB168}" srcOrd="0" destOrd="0" parTransId="{7414BF22-F794-4BB3-996C-0E48EE0B0353}" sibTransId="{7DBCD7F3-17B6-445F-9B8E-E93016314DA0}"/>
    <dgm:cxn modelId="{0F02B5C0-B5C7-49A7-891D-CC494FBF6F89}" type="presOf" srcId="{313555F5-B328-4860-B0D2-75C6ED329EB8}" destId="{72DB0A36-7943-4CBB-9062-52DDBB82EB55}" srcOrd="0" destOrd="0" presId="urn:microsoft.com/office/officeart/2005/8/layout/vList5"/>
    <dgm:cxn modelId="{304E8FC6-BE75-4858-8DC3-E72257BB6555}" type="presOf" srcId="{B6336E8A-BCF1-4EF1-87EA-9F2F1292922E}" destId="{420C9052-E0D6-4AFD-BF30-F370C716F4E9}" srcOrd="0" destOrd="1" presId="urn:microsoft.com/office/officeart/2005/8/layout/vList5"/>
    <dgm:cxn modelId="{58C436D4-A75C-4D1C-BB87-460A53EEBB0E}" srcId="{966BC83C-5940-42C7-8036-625CAB5AE335}" destId="{7AC24474-3160-4E7D-8361-CCC36398C4CA}" srcOrd="0" destOrd="0" parTransId="{61C4C34E-C4AB-4EE0-AB24-3F131CA3AB34}" sibTransId="{D70A741C-CC79-4F8E-B7E1-067AA99FFF2F}"/>
    <dgm:cxn modelId="{88DABDDE-FDFA-4DE7-827F-2DE6922A6CC4}" type="presOf" srcId="{7AC24474-3160-4E7D-8361-CCC36398C4CA}" destId="{A5AE4DB2-E2A9-4CE7-A879-99F8CB775F63}" srcOrd="0" destOrd="0" presId="urn:microsoft.com/office/officeart/2005/8/layout/vList5"/>
    <dgm:cxn modelId="{B3DDE9EE-E5CA-417C-BA9B-322A9CA459F0}" srcId="{313555F5-B328-4860-B0D2-75C6ED329EB8}" destId="{55B9C183-0BB4-4576-978D-2D2FDEF6DE44}" srcOrd="1" destOrd="0" parTransId="{770DF3CB-541B-4EA5-A6C4-1C3F98670811}" sibTransId="{08226E51-AEBB-48E7-8B77-687399FA7567}"/>
    <dgm:cxn modelId="{5C802C8C-5930-4962-A7EB-B179CCBF0EFD}" type="presParOf" srcId="{72DB0A36-7943-4CBB-9062-52DDBB82EB55}" destId="{F406EE3E-5C3F-418D-8DA9-038BDFF90053}" srcOrd="0" destOrd="0" presId="urn:microsoft.com/office/officeart/2005/8/layout/vList5"/>
    <dgm:cxn modelId="{164A4BCC-6C1A-4960-A309-D973EB66513F}" type="presParOf" srcId="{F406EE3E-5C3F-418D-8DA9-038BDFF90053}" destId="{5B34198D-AF78-4CC7-AD19-DAAF6D8E7D5A}" srcOrd="0" destOrd="0" presId="urn:microsoft.com/office/officeart/2005/8/layout/vList5"/>
    <dgm:cxn modelId="{CD08FBD3-D0D8-4994-B334-E5D0D3D3C379}" type="presParOf" srcId="{F406EE3E-5C3F-418D-8DA9-038BDFF90053}" destId="{420C9052-E0D6-4AFD-BF30-F370C716F4E9}" srcOrd="1" destOrd="0" presId="urn:microsoft.com/office/officeart/2005/8/layout/vList5"/>
    <dgm:cxn modelId="{420FBB86-4EA6-44F4-B4A2-F3DC1EB14015}" type="presParOf" srcId="{72DB0A36-7943-4CBB-9062-52DDBB82EB55}" destId="{8979191C-711C-445F-AAE7-6A87BF44518C}" srcOrd="1" destOrd="0" presId="urn:microsoft.com/office/officeart/2005/8/layout/vList5"/>
    <dgm:cxn modelId="{71965DC6-4388-487E-9E9B-65A9BCA61B4D}" type="presParOf" srcId="{72DB0A36-7943-4CBB-9062-52DDBB82EB55}" destId="{2B9AA165-D3B1-4EF4-91AC-D048F88759E3}" srcOrd="2" destOrd="0" presId="urn:microsoft.com/office/officeart/2005/8/layout/vList5"/>
    <dgm:cxn modelId="{2F887E4E-B54B-4C44-AB06-21507B552349}" type="presParOf" srcId="{2B9AA165-D3B1-4EF4-91AC-D048F88759E3}" destId="{29408C44-4ED0-49AB-ADDE-F73363C8CF89}" srcOrd="0" destOrd="0" presId="urn:microsoft.com/office/officeart/2005/8/layout/vList5"/>
    <dgm:cxn modelId="{9E8CA346-00FA-44BC-8A05-DA3A7BFEE88C}" type="presParOf" srcId="{2B9AA165-D3B1-4EF4-91AC-D048F88759E3}" destId="{C925C3D6-58BA-48F6-A822-128014AF6409}" srcOrd="1" destOrd="0" presId="urn:microsoft.com/office/officeart/2005/8/layout/vList5"/>
    <dgm:cxn modelId="{BEE406E3-34DE-4E5D-8256-83503FBD8C6D}" type="presParOf" srcId="{72DB0A36-7943-4CBB-9062-52DDBB82EB55}" destId="{D1A4C504-E127-46C1-A688-B7CF04B018BD}" srcOrd="3" destOrd="0" presId="urn:microsoft.com/office/officeart/2005/8/layout/vList5"/>
    <dgm:cxn modelId="{B1BB2EDB-FBAB-4DBB-B599-30E3A62354F2}" type="presParOf" srcId="{72DB0A36-7943-4CBB-9062-52DDBB82EB55}" destId="{4EB38CE1-B5CE-44BE-8C74-F76A9BDE6D67}" srcOrd="4" destOrd="0" presId="urn:microsoft.com/office/officeart/2005/8/layout/vList5"/>
    <dgm:cxn modelId="{8CF6EF9E-E95F-4702-96EE-4874FDFC76BB}" type="presParOf" srcId="{4EB38CE1-B5CE-44BE-8C74-F76A9BDE6D67}" destId="{332F6856-79CA-46AA-A1D5-AFC0043F4B14}" srcOrd="0" destOrd="0" presId="urn:microsoft.com/office/officeart/2005/8/layout/vList5"/>
    <dgm:cxn modelId="{34DCE8DC-5071-4577-92F4-ECDBF91EA71E}" type="presParOf" srcId="{4EB38CE1-B5CE-44BE-8C74-F76A9BDE6D67}" destId="{A5AE4DB2-E2A9-4CE7-A879-99F8CB775F6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7ECB06-A5E5-4AD9-98F9-3952B22DBC3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F6B71F3-B29F-4409-96EF-60F6B79EFFD6}">
      <dgm:prSet phldrT="[Текст]"/>
      <dgm:spPr/>
      <dgm:t>
        <a:bodyPr/>
        <a:lstStyle/>
        <a:p>
          <a:r>
            <a:rPr lang="uk-UA" dirty="0"/>
            <a:t>Розробка – написання коду</a:t>
          </a:r>
        </a:p>
      </dgm:t>
    </dgm:pt>
    <dgm:pt modelId="{3659FC9E-C509-48D2-A265-4C947BD2197E}" type="parTrans" cxnId="{01D8556A-1FBD-4665-AED9-182F4675B14C}">
      <dgm:prSet/>
      <dgm:spPr/>
      <dgm:t>
        <a:bodyPr/>
        <a:lstStyle/>
        <a:p>
          <a:endParaRPr lang="uk-UA"/>
        </a:p>
      </dgm:t>
    </dgm:pt>
    <dgm:pt modelId="{DDBC6085-46A1-4AF3-ADA4-8685375F42CE}" type="sibTrans" cxnId="{01D8556A-1FBD-4665-AED9-182F4675B14C}">
      <dgm:prSet/>
      <dgm:spPr/>
      <dgm:t>
        <a:bodyPr/>
        <a:lstStyle/>
        <a:p>
          <a:endParaRPr lang="uk-UA"/>
        </a:p>
      </dgm:t>
    </dgm:pt>
    <dgm:pt modelId="{AA9A5B6F-80AF-411E-8946-C4AAD04C150D}">
      <dgm:prSet phldrT="[Текст]"/>
      <dgm:spPr/>
      <dgm:t>
        <a:bodyPr/>
        <a:lstStyle/>
        <a:p>
          <a:r>
            <a:rPr lang="uk-UA" dirty="0"/>
            <a:t>Дизайн – візуальна частина та логіка інтерфейсів.</a:t>
          </a:r>
        </a:p>
      </dgm:t>
    </dgm:pt>
    <dgm:pt modelId="{5571C4E7-816D-49BB-9B93-CF8D7E4BBA08}" type="parTrans" cxnId="{FF5E02D5-3B24-4FCA-B23A-CCB32B392B52}">
      <dgm:prSet/>
      <dgm:spPr/>
      <dgm:t>
        <a:bodyPr/>
        <a:lstStyle/>
        <a:p>
          <a:endParaRPr lang="uk-UA"/>
        </a:p>
      </dgm:t>
    </dgm:pt>
    <dgm:pt modelId="{DBDF88C3-7DF8-4E98-A3C8-A915AC34863B}" type="sibTrans" cxnId="{FF5E02D5-3B24-4FCA-B23A-CCB32B392B52}">
      <dgm:prSet/>
      <dgm:spPr/>
      <dgm:t>
        <a:bodyPr/>
        <a:lstStyle/>
        <a:p>
          <a:endParaRPr lang="uk-UA"/>
        </a:p>
      </dgm:t>
    </dgm:pt>
    <dgm:pt modelId="{8C34ACDF-956A-4975-98C1-BCECFF51EB30}">
      <dgm:prSet phldrT="[Текст]"/>
      <dgm:spPr/>
      <dgm:t>
        <a:bodyPr/>
        <a:lstStyle/>
        <a:p>
          <a:r>
            <a:rPr lang="uk-UA" dirty="0"/>
            <a:t>Якість (тестування) – перевірка продукту на помилки.</a:t>
          </a:r>
        </a:p>
      </dgm:t>
    </dgm:pt>
    <dgm:pt modelId="{FC41ABF2-4862-429F-AF25-5A235419630C}" type="parTrans" cxnId="{64D48FCB-F9E8-42E2-8F4C-860B836D3F34}">
      <dgm:prSet/>
      <dgm:spPr/>
      <dgm:t>
        <a:bodyPr/>
        <a:lstStyle/>
        <a:p>
          <a:endParaRPr lang="uk-UA"/>
        </a:p>
      </dgm:t>
    </dgm:pt>
    <dgm:pt modelId="{B3F3DC65-4FB9-4EC6-A889-B506DDDD07A7}" type="sibTrans" cxnId="{64D48FCB-F9E8-42E2-8F4C-860B836D3F34}">
      <dgm:prSet/>
      <dgm:spPr/>
      <dgm:t>
        <a:bodyPr/>
        <a:lstStyle/>
        <a:p>
          <a:endParaRPr lang="uk-UA"/>
        </a:p>
      </dgm:t>
    </dgm:pt>
    <dgm:pt modelId="{D3FF3941-FEB8-4AE8-8E43-90AB662A17CF}">
      <dgm:prSet phldrT="[Текст]"/>
      <dgm:spPr/>
      <dgm:t>
        <a:bodyPr/>
        <a:lstStyle/>
        <a:p>
          <a:r>
            <a:rPr lang="uk-UA" dirty="0"/>
            <a:t>Менеджмент – управління командою та процесами.</a:t>
          </a:r>
        </a:p>
      </dgm:t>
    </dgm:pt>
    <dgm:pt modelId="{B688F673-B3FB-45D9-9037-3F7FB125A718}" type="parTrans" cxnId="{E6C84C8D-DAFF-4767-B092-C30BAD1DA636}">
      <dgm:prSet/>
      <dgm:spPr/>
      <dgm:t>
        <a:bodyPr/>
        <a:lstStyle/>
        <a:p>
          <a:endParaRPr lang="uk-UA"/>
        </a:p>
      </dgm:t>
    </dgm:pt>
    <dgm:pt modelId="{24A7EFAF-D5FA-4AD4-9C49-A74511888A1F}" type="sibTrans" cxnId="{E6C84C8D-DAFF-4767-B092-C30BAD1DA636}">
      <dgm:prSet/>
      <dgm:spPr/>
      <dgm:t>
        <a:bodyPr/>
        <a:lstStyle/>
        <a:p>
          <a:endParaRPr lang="uk-UA"/>
        </a:p>
      </dgm:t>
    </dgm:pt>
    <dgm:pt modelId="{C8ABA3E5-47F2-47C1-A39E-7F03DA221214}" type="pres">
      <dgm:prSet presAssocID="{A97ECB06-A5E5-4AD9-98F9-3952B22DBC37}" presName="vert0" presStyleCnt="0">
        <dgm:presLayoutVars>
          <dgm:dir/>
          <dgm:animOne val="branch"/>
          <dgm:animLvl val="lvl"/>
        </dgm:presLayoutVars>
      </dgm:prSet>
      <dgm:spPr/>
    </dgm:pt>
    <dgm:pt modelId="{F39DEABA-1D0B-45C3-AB5F-92F8A8920D80}" type="pres">
      <dgm:prSet presAssocID="{7F6B71F3-B29F-4409-96EF-60F6B79EFFD6}" presName="thickLine" presStyleLbl="alignNode1" presStyleIdx="0" presStyleCnt="1"/>
      <dgm:spPr/>
    </dgm:pt>
    <dgm:pt modelId="{4CD51625-59B3-4D40-B56A-281C6394D006}" type="pres">
      <dgm:prSet presAssocID="{7F6B71F3-B29F-4409-96EF-60F6B79EFFD6}" presName="horz1" presStyleCnt="0"/>
      <dgm:spPr/>
    </dgm:pt>
    <dgm:pt modelId="{2B81B608-BF41-4E03-A030-B7FD5FEFF7D9}" type="pres">
      <dgm:prSet presAssocID="{7F6B71F3-B29F-4409-96EF-60F6B79EFFD6}" presName="tx1" presStyleLbl="revTx" presStyleIdx="0" presStyleCnt="4"/>
      <dgm:spPr/>
    </dgm:pt>
    <dgm:pt modelId="{119BC9F8-64FE-4D79-A288-1B24944033CA}" type="pres">
      <dgm:prSet presAssocID="{7F6B71F3-B29F-4409-96EF-60F6B79EFFD6}" presName="vert1" presStyleCnt="0"/>
      <dgm:spPr/>
    </dgm:pt>
    <dgm:pt modelId="{394EE038-1B0F-4BBA-89B7-69D0119A99AB}" type="pres">
      <dgm:prSet presAssocID="{AA9A5B6F-80AF-411E-8946-C4AAD04C150D}" presName="vertSpace2a" presStyleCnt="0"/>
      <dgm:spPr/>
    </dgm:pt>
    <dgm:pt modelId="{284E856B-F9EC-4DC4-849B-F668FBCEC477}" type="pres">
      <dgm:prSet presAssocID="{AA9A5B6F-80AF-411E-8946-C4AAD04C150D}" presName="horz2" presStyleCnt="0"/>
      <dgm:spPr/>
    </dgm:pt>
    <dgm:pt modelId="{A4C66794-502A-4710-8DDF-FFF1B9AEA4A2}" type="pres">
      <dgm:prSet presAssocID="{AA9A5B6F-80AF-411E-8946-C4AAD04C150D}" presName="horzSpace2" presStyleCnt="0"/>
      <dgm:spPr/>
    </dgm:pt>
    <dgm:pt modelId="{F0998F97-A0EF-4ECD-9F60-6210316A93B9}" type="pres">
      <dgm:prSet presAssocID="{AA9A5B6F-80AF-411E-8946-C4AAD04C150D}" presName="tx2" presStyleLbl="revTx" presStyleIdx="1" presStyleCnt="4"/>
      <dgm:spPr/>
    </dgm:pt>
    <dgm:pt modelId="{2918B799-CC8F-4A3F-8C54-2563CE761F2D}" type="pres">
      <dgm:prSet presAssocID="{AA9A5B6F-80AF-411E-8946-C4AAD04C150D}" presName="vert2" presStyleCnt="0"/>
      <dgm:spPr/>
    </dgm:pt>
    <dgm:pt modelId="{68490BB1-C548-4F95-8FA3-C230F55656D2}" type="pres">
      <dgm:prSet presAssocID="{AA9A5B6F-80AF-411E-8946-C4AAD04C150D}" presName="thinLine2b" presStyleLbl="callout" presStyleIdx="0" presStyleCnt="3"/>
      <dgm:spPr/>
    </dgm:pt>
    <dgm:pt modelId="{BA3343CD-54FD-435E-9E06-DAB48F42E37D}" type="pres">
      <dgm:prSet presAssocID="{AA9A5B6F-80AF-411E-8946-C4AAD04C150D}" presName="vertSpace2b" presStyleCnt="0"/>
      <dgm:spPr/>
    </dgm:pt>
    <dgm:pt modelId="{41FCFE67-5A45-4EFB-8664-0675E01AC99F}" type="pres">
      <dgm:prSet presAssocID="{8C34ACDF-956A-4975-98C1-BCECFF51EB30}" presName="horz2" presStyleCnt="0"/>
      <dgm:spPr/>
    </dgm:pt>
    <dgm:pt modelId="{162F5456-4D24-407A-BAE6-BD40F8B48B34}" type="pres">
      <dgm:prSet presAssocID="{8C34ACDF-956A-4975-98C1-BCECFF51EB30}" presName="horzSpace2" presStyleCnt="0"/>
      <dgm:spPr/>
    </dgm:pt>
    <dgm:pt modelId="{F5A0F9E2-EF34-4466-A14B-FB318C3885FB}" type="pres">
      <dgm:prSet presAssocID="{8C34ACDF-956A-4975-98C1-BCECFF51EB30}" presName="tx2" presStyleLbl="revTx" presStyleIdx="2" presStyleCnt="4"/>
      <dgm:spPr/>
    </dgm:pt>
    <dgm:pt modelId="{14FE6B94-92AC-4B5A-B848-38F6DE09B30C}" type="pres">
      <dgm:prSet presAssocID="{8C34ACDF-956A-4975-98C1-BCECFF51EB30}" presName="vert2" presStyleCnt="0"/>
      <dgm:spPr/>
    </dgm:pt>
    <dgm:pt modelId="{2C024D0B-0D5E-4B24-A34D-63A777A94F5A}" type="pres">
      <dgm:prSet presAssocID="{8C34ACDF-956A-4975-98C1-BCECFF51EB30}" presName="thinLine2b" presStyleLbl="callout" presStyleIdx="1" presStyleCnt="3"/>
      <dgm:spPr/>
    </dgm:pt>
    <dgm:pt modelId="{C301A31A-4445-4385-A1EC-ED29C603940C}" type="pres">
      <dgm:prSet presAssocID="{8C34ACDF-956A-4975-98C1-BCECFF51EB30}" presName="vertSpace2b" presStyleCnt="0"/>
      <dgm:spPr/>
    </dgm:pt>
    <dgm:pt modelId="{9E02123F-EE5E-474B-BEC6-6FC291874728}" type="pres">
      <dgm:prSet presAssocID="{D3FF3941-FEB8-4AE8-8E43-90AB662A17CF}" presName="horz2" presStyleCnt="0"/>
      <dgm:spPr/>
    </dgm:pt>
    <dgm:pt modelId="{4A199DC3-8E4A-4465-A6F3-54F5A3278125}" type="pres">
      <dgm:prSet presAssocID="{D3FF3941-FEB8-4AE8-8E43-90AB662A17CF}" presName="horzSpace2" presStyleCnt="0"/>
      <dgm:spPr/>
    </dgm:pt>
    <dgm:pt modelId="{E33405B9-1BE6-4C01-9249-14FBF20214BA}" type="pres">
      <dgm:prSet presAssocID="{D3FF3941-FEB8-4AE8-8E43-90AB662A17CF}" presName="tx2" presStyleLbl="revTx" presStyleIdx="3" presStyleCnt="4"/>
      <dgm:spPr/>
    </dgm:pt>
    <dgm:pt modelId="{CB8F6AC6-E7A8-4876-B115-BDB9E63D8E78}" type="pres">
      <dgm:prSet presAssocID="{D3FF3941-FEB8-4AE8-8E43-90AB662A17CF}" presName="vert2" presStyleCnt="0"/>
      <dgm:spPr/>
    </dgm:pt>
    <dgm:pt modelId="{5BCBEF05-7E90-474D-9086-0D0FB81155E3}" type="pres">
      <dgm:prSet presAssocID="{D3FF3941-FEB8-4AE8-8E43-90AB662A17CF}" presName="thinLine2b" presStyleLbl="callout" presStyleIdx="2" presStyleCnt="3"/>
      <dgm:spPr/>
    </dgm:pt>
    <dgm:pt modelId="{03F8168B-9460-44BE-ACE1-907D40552391}" type="pres">
      <dgm:prSet presAssocID="{D3FF3941-FEB8-4AE8-8E43-90AB662A17CF}" presName="vertSpace2b" presStyleCnt="0"/>
      <dgm:spPr/>
    </dgm:pt>
  </dgm:ptLst>
  <dgm:cxnLst>
    <dgm:cxn modelId="{8DC24322-7194-48F3-B67F-CB36EDB0F5DE}" type="presOf" srcId="{AA9A5B6F-80AF-411E-8946-C4AAD04C150D}" destId="{F0998F97-A0EF-4ECD-9F60-6210316A93B9}" srcOrd="0" destOrd="0" presId="urn:microsoft.com/office/officeart/2008/layout/LinedList"/>
    <dgm:cxn modelId="{6C598048-DBE1-4D60-A3F0-B32C4614734B}" type="presOf" srcId="{8C34ACDF-956A-4975-98C1-BCECFF51EB30}" destId="{F5A0F9E2-EF34-4466-A14B-FB318C3885FB}" srcOrd="0" destOrd="0" presId="urn:microsoft.com/office/officeart/2008/layout/LinedList"/>
    <dgm:cxn modelId="{01D8556A-1FBD-4665-AED9-182F4675B14C}" srcId="{A97ECB06-A5E5-4AD9-98F9-3952B22DBC37}" destId="{7F6B71F3-B29F-4409-96EF-60F6B79EFFD6}" srcOrd="0" destOrd="0" parTransId="{3659FC9E-C509-48D2-A265-4C947BD2197E}" sibTransId="{DDBC6085-46A1-4AF3-ADA4-8685375F42CE}"/>
    <dgm:cxn modelId="{6539ED76-CF90-4613-8EB4-B168F8E9124A}" type="presOf" srcId="{7F6B71F3-B29F-4409-96EF-60F6B79EFFD6}" destId="{2B81B608-BF41-4E03-A030-B7FD5FEFF7D9}" srcOrd="0" destOrd="0" presId="urn:microsoft.com/office/officeart/2008/layout/LinedList"/>
    <dgm:cxn modelId="{493B3D57-5FD4-4399-8F94-3D0011A64EC6}" type="presOf" srcId="{A97ECB06-A5E5-4AD9-98F9-3952B22DBC37}" destId="{C8ABA3E5-47F2-47C1-A39E-7F03DA221214}" srcOrd="0" destOrd="0" presId="urn:microsoft.com/office/officeart/2008/layout/LinedList"/>
    <dgm:cxn modelId="{93E38C87-BF17-4D62-AD8D-C87A04233B7F}" type="presOf" srcId="{D3FF3941-FEB8-4AE8-8E43-90AB662A17CF}" destId="{E33405B9-1BE6-4C01-9249-14FBF20214BA}" srcOrd="0" destOrd="0" presId="urn:microsoft.com/office/officeart/2008/layout/LinedList"/>
    <dgm:cxn modelId="{E6C84C8D-DAFF-4767-B092-C30BAD1DA636}" srcId="{7F6B71F3-B29F-4409-96EF-60F6B79EFFD6}" destId="{D3FF3941-FEB8-4AE8-8E43-90AB662A17CF}" srcOrd="2" destOrd="0" parTransId="{B688F673-B3FB-45D9-9037-3F7FB125A718}" sibTransId="{24A7EFAF-D5FA-4AD4-9C49-A74511888A1F}"/>
    <dgm:cxn modelId="{64D48FCB-F9E8-42E2-8F4C-860B836D3F34}" srcId="{7F6B71F3-B29F-4409-96EF-60F6B79EFFD6}" destId="{8C34ACDF-956A-4975-98C1-BCECFF51EB30}" srcOrd="1" destOrd="0" parTransId="{FC41ABF2-4862-429F-AF25-5A235419630C}" sibTransId="{B3F3DC65-4FB9-4EC6-A889-B506DDDD07A7}"/>
    <dgm:cxn modelId="{FF5E02D5-3B24-4FCA-B23A-CCB32B392B52}" srcId="{7F6B71F3-B29F-4409-96EF-60F6B79EFFD6}" destId="{AA9A5B6F-80AF-411E-8946-C4AAD04C150D}" srcOrd="0" destOrd="0" parTransId="{5571C4E7-816D-49BB-9B93-CF8D7E4BBA08}" sibTransId="{DBDF88C3-7DF8-4E98-A3C8-A915AC34863B}"/>
    <dgm:cxn modelId="{80D1C392-6D96-428D-A480-F5D8001E3A0E}" type="presParOf" srcId="{C8ABA3E5-47F2-47C1-A39E-7F03DA221214}" destId="{F39DEABA-1D0B-45C3-AB5F-92F8A8920D80}" srcOrd="0" destOrd="0" presId="urn:microsoft.com/office/officeart/2008/layout/LinedList"/>
    <dgm:cxn modelId="{2568214C-83D0-4B63-963A-15110776AD31}" type="presParOf" srcId="{C8ABA3E5-47F2-47C1-A39E-7F03DA221214}" destId="{4CD51625-59B3-4D40-B56A-281C6394D006}" srcOrd="1" destOrd="0" presId="urn:microsoft.com/office/officeart/2008/layout/LinedList"/>
    <dgm:cxn modelId="{63B46F92-7FE0-4C7E-95E9-6057E6183687}" type="presParOf" srcId="{4CD51625-59B3-4D40-B56A-281C6394D006}" destId="{2B81B608-BF41-4E03-A030-B7FD5FEFF7D9}" srcOrd="0" destOrd="0" presId="urn:microsoft.com/office/officeart/2008/layout/LinedList"/>
    <dgm:cxn modelId="{21826CAF-2003-4156-9CB4-80A6D3C2EB70}" type="presParOf" srcId="{4CD51625-59B3-4D40-B56A-281C6394D006}" destId="{119BC9F8-64FE-4D79-A288-1B24944033CA}" srcOrd="1" destOrd="0" presId="urn:microsoft.com/office/officeart/2008/layout/LinedList"/>
    <dgm:cxn modelId="{84DDB5FC-7C64-4A8E-BE69-2782E92D5E05}" type="presParOf" srcId="{119BC9F8-64FE-4D79-A288-1B24944033CA}" destId="{394EE038-1B0F-4BBA-89B7-69D0119A99AB}" srcOrd="0" destOrd="0" presId="urn:microsoft.com/office/officeart/2008/layout/LinedList"/>
    <dgm:cxn modelId="{091622FC-A881-42CC-955F-2C9DA0C73863}" type="presParOf" srcId="{119BC9F8-64FE-4D79-A288-1B24944033CA}" destId="{284E856B-F9EC-4DC4-849B-F668FBCEC477}" srcOrd="1" destOrd="0" presId="urn:microsoft.com/office/officeart/2008/layout/LinedList"/>
    <dgm:cxn modelId="{9BCDE1DE-60FB-44CF-8521-544E40BFB331}" type="presParOf" srcId="{284E856B-F9EC-4DC4-849B-F668FBCEC477}" destId="{A4C66794-502A-4710-8DDF-FFF1B9AEA4A2}" srcOrd="0" destOrd="0" presId="urn:microsoft.com/office/officeart/2008/layout/LinedList"/>
    <dgm:cxn modelId="{42A881E4-F31C-4E4F-B719-A37564998001}" type="presParOf" srcId="{284E856B-F9EC-4DC4-849B-F668FBCEC477}" destId="{F0998F97-A0EF-4ECD-9F60-6210316A93B9}" srcOrd="1" destOrd="0" presId="urn:microsoft.com/office/officeart/2008/layout/LinedList"/>
    <dgm:cxn modelId="{84E9E4FE-FA88-45E1-ADDF-0826DCD3D0C0}" type="presParOf" srcId="{284E856B-F9EC-4DC4-849B-F668FBCEC477}" destId="{2918B799-CC8F-4A3F-8C54-2563CE761F2D}" srcOrd="2" destOrd="0" presId="urn:microsoft.com/office/officeart/2008/layout/LinedList"/>
    <dgm:cxn modelId="{7C3EE86C-A7C9-4991-8A75-57D13F84F29A}" type="presParOf" srcId="{119BC9F8-64FE-4D79-A288-1B24944033CA}" destId="{68490BB1-C548-4F95-8FA3-C230F55656D2}" srcOrd="2" destOrd="0" presId="urn:microsoft.com/office/officeart/2008/layout/LinedList"/>
    <dgm:cxn modelId="{DA249EF2-3AE8-4E9D-95D6-61C7B4009B0F}" type="presParOf" srcId="{119BC9F8-64FE-4D79-A288-1B24944033CA}" destId="{BA3343CD-54FD-435E-9E06-DAB48F42E37D}" srcOrd="3" destOrd="0" presId="urn:microsoft.com/office/officeart/2008/layout/LinedList"/>
    <dgm:cxn modelId="{B3DF07AE-1E11-46F6-B76E-6DB53FA77AAA}" type="presParOf" srcId="{119BC9F8-64FE-4D79-A288-1B24944033CA}" destId="{41FCFE67-5A45-4EFB-8664-0675E01AC99F}" srcOrd="4" destOrd="0" presId="urn:microsoft.com/office/officeart/2008/layout/LinedList"/>
    <dgm:cxn modelId="{2FFBE183-286A-44B5-AD5D-2D79D942F6E0}" type="presParOf" srcId="{41FCFE67-5A45-4EFB-8664-0675E01AC99F}" destId="{162F5456-4D24-407A-BAE6-BD40F8B48B34}" srcOrd="0" destOrd="0" presId="urn:microsoft.com/office/officeart/2008/layout/LinedList"/>
    <dgm:cxn modelId="{D3B3FDC5-9337-4078-970E-4CF55CD76739}" type="presParOf" srcId="{41FCFE67-5A45-4EFB-8664-0675E01AC99F}" destId="{F5A0F9E2-EF34-4466-A14B-FB318C3885FB}" srcOrd="1" destOrd="0" presId="urn:microsoft.com/office/officeart/2008/layout/LinedList"/>
    <dgm:cxn modelId="{4F0091A4-26AA-41E6-B336-F93B0881EE96}" type="presParOf" srcId="{41FCFE67-5A45-4EFB-8664-0675E01AC99F}" destId="{14FE6B94-92AC-4B5A-B848-38F6DE09B30C}" srcOrd="2" destOrd="0" presId="urn:microsoft.com/office/officeart/2008/layout/LinedList"/>
    <dgm:cxn modelId="{C40FEFF3-32A9-4C7B-B400-6F9C25807C7C}" type="presParOf" srcId="{119BC9F8-64FE-4D79-A288-1B24944033CA}" destId="{2C024D0B-0D5E-4B24-A34D-63A777A94F5A}" srcOrd="5" destOrd="0" presId="urn:microsoft.com/office/officeart/2008/layout/LinedList"/>
    <dgm:cxn modelId="{D377B972-C1E0-44F1-93A7-2D901C0CB74A}" type="presParOf" srcId="{119BC9F8-64FE-4D79-A288-1B24944033CA}" destId="{C301A31A-4445-4385-A1EC-ED29C603940C}" srcOrd="6" destOrd="0" presId="urn:microsoft.com/office/officeart/2008/layout/LinedList"/>
    <dgm:cxn modelId="{99D04F25-EAFF-4AB9-9D65-D8116DB5E0FF}" type="presParOf" srcId="{119BC9F8-64FE-4D79-A288-1B24944033CA}" destId="{9E02123F-EE5E-474B-BEC6-6FC291874728}" srcOrd="7" destOrd="0" presId="urn:microsoft.com/office/officeart/2008/layout/LinedList"/>
    <dgm:cxn modelId="{FD4BD933-89D7-4CAC-BCD8-D9662E717BC8}" type="presParOf" srcId="{9E02123F-EE5E-474B-BEC6-6FC291874728}" destId="{4A199DC3-8E4A-4465-A6F3-54F5A3278125}" srcOrd="0" destOrd="0" presId="urn:microsoft.com/office/officeart/2008/layout/LinedList"/>
    <dgm:cxn modelId="{C7FB0C5F-D392-4689-B951-AA5143C5596E}" type="presParOf" srcId="{9E02123F-EE5E-474B-BEC6-6FC291874728}" destId="{E33405B9-1BE6-4C01-9249-14FBF20214BA}" srcOrd="1" destOrd="0" presId="urn:microsoft.com/office/officeart/2008/layout/LinedList"/>
    <dgm:cxn modelId="{1C86CD83-FC04-4223-A076-B17BFDA73002}" type="presParOf" srcId="{9E02123F-EE5E-474B-BEC6-6FC291874728}" destId="{CB8F6AC6-E7A8-4876-B115-BDB9E63D8E78}" srcOrd="2" destOrd="0" presId="urn:microsoft.com/office/officeart/2008/layout/LinedList"/>
    <dgm:cxn modelId="{AEF7D67B-0007-4A66-8016-24D2EDBA2A31}" type="presParOf" srcId="{119BC9F8-64FE-4D79-A288-1B24944033CA}" destId="{5BCBEF05-7E90-474D-9086-0D0FB81155E3}" srcOrd="8" destOrd="0" presId="urn:microsoft.com/office/officeart/2008/layout/LinedList"/>
    <dgm:cxn modelId="{A34424E2-2D18-489A-8C6C-362BA403EF3D}" type="presParOf" srcId="{119BC9F8-64FE-4D79-A288-1B24944033CA}" destId="{03F8168B-9460-44BE-ACE1-907D40552391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A6097C-E07E-4E68-B12A-3B484B915F6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5AE7EFA-70BF-42E6-AED1-67CFDB173417}">
      <dgm:prSet phldrT="[Текст]"/>
      <dgm:spPr/>
      <dgm:t>
        <a:bodyPr/>
        <a:lstStyle/>
        <a:p>
          <a:r>
            <a:rPr lang="en-US" dirty="0"/>
            <a:t>UI Designer –</a:t>
          </a:r>
          <a:r>
            <a:rPr lang="uk-UA" dirty="0"/>
            <a:t> дизайнер інтерфейсу програми.</a:t>
          </a:r>
          <a:r>
            <a:rPr lang="en-US" dirty="0"/>
            <a:t> </a:t>
          </a:r>
          <a:endParaRPr lang="uk-UA" dirty="0"/>
        </a:p>
      </dgm:t>
    </dgm:pt>
    <dgm:pt modelId="{84EA84EA-CF7B-4263-BE70-B136C54E0426}" type="parTrans" cxnId="{5B6FE10A-2551-4009-BD23-27A4B34D6308}">
      <dgm:prSet/>
      <dgm:spPr/>
      <dgm:t>
        <a:bodyPr/>
        <a:lstStyle/>
        <a:p>
          <a:endParaRPr lang="uk-UA"/>
        </a:p>
      </dgm:t>
    </dgm:pt>
    <dgm:pt modelId="{598666D9-91E5-465F-8903-D15DA73FF17A}" type="sibTrans" cxnId="{5B6FE10A-2551-4009-BD23-27A4B34D6308}">
      <dgm:prSet/>
      <dgm:spPr/>
      <dgm:t>
        <a:bodyPr/>
        <a:lstStyle/>
        <a:p>
          <a:endParaRPr lang="uk-UA"/>
        </a:p>
      </dgm:t>
    </dgm:pt>
    <dgm:pt modelId="{5F1AE119-6457-4CEC-A78E-2B4A6091B090}">
      <dgm:prSet phldrT="[Текст]"/>
      <dgm:spPr/>
      <dgm:t>
        <a:bodyPr/>
        <a:lstStyle/>
        <a:p>
          <a:r>
            <a:rPr lang="en-US" dirty="0"/>
            <a:t>Project Manager –</a:t>
          </a:r>
          <a:r>
            <a:rPr lang="uk-UA" dirty="0"/>
            <a:t> той хто керує командою розробників.</a:t>
          </a:r>
          <a:r>
            <a:rPr lang="en-US" dirty="0"/>
            <a:t> </a:t>
          </a:r>
          <a:endParaRPr lang="uk-UA" dirty="0"/>
        </a:p>
      </dgm:t>
    </dgm:pt>
    <dgm:pt modelId="{55CF2D29-81AB-4297-96D9-1859A1BB67AC}" type="parTrans" cxnId="{ADE06ADA-5FAC-4C7D-918B-B2307DCC2251}">
      <dgm:prSet/>
      <dgm:spPr/>
      <dgm:t>
        <a:bodyPr/>
        <a:lstStyle/>
        <a:p>
          <a:endParaRPr lang="uk-UA"/>
        </a:p>
      </dgm:t>
    </dgm:pt>
    <dgm:pt modelId="{27130E53-A379-46D0-AD02-32E6602A61BB}" type="sibTrans" cxnId="{ADE06ADA-5FAC-4C7D-918B-B2307DCC2251}">
      <dgm:prSet/>
      <dgm:spPr/>
      <dgm:t>
        <a:bodyPr/>
        <a:lstStyle/>
        <a:p>
          <a:endParaRPr lang="uk-UA"/>
        </a:p>
      </dgm:t>
    </dgm:pt>
    <dgm:pt modelId="{4C092182-4D66-4EB0-B5AF-8EAE611D5BB1}">
      <dgm:prSet phldrT="[Текст]"/>
      <dgm:spPr/>
      <dgm:t>
        <a:bodyPr/>
        <a:lstStyle/>
        <a:p>
          <a:r>
            <a:rPr lang="en-US" dirty="0"/>
            <a:t>Mobile Developer –</a:t>
          </a:r>
          <a:r>
            <a:rPr lang="uk-UA" dirty="0"/>
            <a:t> створює додатки виключно для мобільних платформ.</a:t>
          </a:r>
        </a:p>
      </dgm:t>
    </dgm:pt>
    <dgm:pt modelId="{C937E508-E783-424A-BF91-1FDCF1FCC93C}" type="parTrans" cxnId="{E2416D27-3E5B-4123-96FD-4743E094BE45}">
      <dgm:prSet/>
      <dgm:spPr/>
      <dgm:t>
        <a:bodyPr/>
        <a:lstStyle/>
        <a:p>
          <a:endParaRPr lang="uk-UA"/>
        </a:p>
      </dgm:t>
    </dgm:pt>
    <dgm:pt modelId="{6D5A5491-7B14-4CAA-8300-B755A75F29B8}" type="sibTrans" cxnId="{E2416D27-3E5B-4123-96FD-4743E094BE45}">
      <dgm:prSet/>
      <dgm:spPr/>
      <dgm:t>
        <a:bodyPr/>
        <a:lstStyle/>
        <a:p>
          <a:endParaRPr lang="uk-UA"/>
        </a:p>
      </dgm:t>
    </dgm:pt>
    <dgm:pt modelId="{AD6E15E6-A20F-4870-827F-59A8EE5BEE01}">
      <dgm:prSet phldrT="[Текст]"/>
      <dgm:spPr/>
      <dgm:t>
        <a:bodyPr/>
        <a:lstStyle/>
        <a:p>
          <a:r>
            <a:rPr lang="en-US" dirty="0"/>
            <a:t>Game Developer </a:t>
          </a:r>
          <a:r>
            <a:rPr lang="uk-UA" dirty="0"/>
            <a:t>– розробник ігор для різних платформ.</a:t>
          </a:r>
        </a:p>
      </dgm:t>
    </dgm:pt>
    <dgm:pt modelId="{6711D80B-3205-4AE8-8E86-226D71E8D3D0}" type="parTrans" cxnId="{A461C008-7E46-45AC-B069-ED6F8C557340}">
      <dgm:prSet/>
      <dgm:spPr/>
      <dgm:t>
        <a:bodyPr/>
        <a:lstStyle/>
        <a:p>
          <a:endParaRPr lang="uk-UA"/>
        </a:p>
      </dgm:t>
    </dgm:pt>
    <dgm:pt modelId="{C5B27176-5360-4CCE-96E5-F1C4CE99C50A}" type="sibTrans" cxnId="{A461C008-7E46-45AC-B069-ED6F8C557340}">
      <dgm:prSet/>
      <dgm:spPr/>
      <dgm:t>
        <a:bodyPr/>
        <a:lstStyle/>
        <a:p>
          <a:endParaRPr lang="uk-UA"/>
        </a:p>
      </dgm:t>
    </dgm:pt>
    <dgm:pt modelId="{E76837E1-5F13-4737-A0DC-7BDB0E98F730}" type="pres">
      <dgm:prSet presAssocID="{6DA6097C-E07E-4E68-B12A-3B484B915F6E}" presName="linear" presStyleCnt="0">
        <dgm:presLayoutVars>
          <dgm:dir/>
          <dgm:animLvl val="lvl"/>
          <dgm:resizeHandles val="exact"/>
        </dgm:presLayoutVars>
      </dgm:prSet>
      <dgm:spPr/>
    </dgm:pt>
    <dgm:pt modelId="{970712E2-C07F-4631-B318-1CD701F1DD77}" type="pres">
      <dgm:prSet presAssocID="{45AE7EFA-70BF-42E6-AED1-67CFDB173417}" presName="parentLin" presStyleCnt="0"/>
      <dgm:spPr/>
    </dgm:pt>
    <dgm:pt modelId="{C468A059-6327-43A1-9DAA-E06A1A7ECE77}" type="pres">
      <dgm:prSet presAssocID="{45AE7EFA-70BF-42E6-AED1-67CFDB173417}" presName="parentLeftMargin" presStyleLbl="node1" presStyleIdx="0" presStyleCnt="4"/>
      <dgm:spPr/>
    </dgm:pt>
    <dgm:pt modelId="{869A3BAD-95DE-4C29-9CA5-E97F73A858D9}" type="pres">
      <dgm:prSet presAssocID="{45AE7EFA-70BF-42E6-AED1-67CFDB1734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DBFE91-D630-4F17-824E-57A94DB79752}" type="pres">
      <dgm:prSet presAssocID="{45AE7EFA-70BF-42E6-AED1-67CFDB173417}" presName="negativeSpace" presStyleCnt="0"/>
      <dgm:spPr/>
    </dgm:pt>
    <dgm:pt modelId="{EB9A0631-4C23-4333-B6E4-D078E7604F14}" type="pres">
      <dgm:prSet presAssocID="{45AE7EFA-70BF-42E6-AED1-67CFDB173417}" presName="childText" presStyleLbl="conFgAcc1" presStyleIdx="0" presStyleCnt="4">
        <dgm:presLayoutVars>
          <dgm:bulletEnabled val="1"/>
        </dgm:presLayoutVars>
      </dgm:prSet>
      <dgm:spPr/>
    </dgm:pt>
    <dgm:pt modelId="{E532F2C7-DA65-4C82-B7E3-2CB2A7FB5ECB}" type="pres">
      <dgm:prSet presAssocID="{598666D9-91E5-465F-8903-D15DA73FF17A}" presName="spaceBetweenRectangles" presStyleCnt="0"/>
      <dgm:spPr/>
    </dgm:pt>
    <dgm:pt modelId="{1ACA0672-0EDB-403F-911B-AF60726CFAF3}" type="pres">
      <dgm:prSet presAssocID="{5F1AE119-6457-4CEC-A78E-2B4A6091B090}" presName="parentLin" presStyleCnt="0"/>
      <dgm:spPr/>
    </dgm:pt>
    <dgm:pt modelId="{BA9F7983-3104-46A1-B11F-84EF5476A2B5}" type="pres">
      <dgm:prSet presAssocID="{5F1AE119-6457-4CEC-A78E-2B4A6091B090}" presName="parentLeftMargin" presStyleLbl="node1" presStyleIdx="0" presStyleCnt="4"/>
      <dgm:spPr/>
    </dgm:pt>
    <dgm:pt modelId="{68F6DD53-021D-4401-8873-D4CC3AFEDA5C}" type="pres">
      <dgm:prSet presAssocID="{5F1AE119-6457-4CEC-A78E-2B4A6091B0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332698-06C7-4AD5-99EC-F935523FA17B}" type="pres">
      <dgm:prSet presAssocID="{5F1AE119-6457-4CEC-A78E-2B4A6091B090}" presName="negativeSpace" presStyleCnt="0"/>
      <dgm:spPr/>
    </dgm:pt>
    <dgm:pt modelId="{2036198D-6E42-4D67-A2E3-03F8885715F3}" type="pres">
      <dgm:prSet presAssocID="{5F1AE119-6457-4CEC-A78E-2B4A6091B090}" presName="childText" presStyleLbl="conFgAcc1" presStyleIdx="1" presStyleCnt="4">
        <dgm:presLayoutVars>
          <dgm:bulletEnabled val="1"/>
        </dgm:presLayoutVars>
      </dgm:prSet>
      <dgm:spPr/>
    </dgm:pt>
    <dgm:pt modelId="{3C65F040-FE9E-4906-88A2-87999C20A91E}" type="pres">
      <dgm:prSet presAssocID="{27130E53-A379-46D0-AD02-32E6602A61BB}" presName="spaceBetweenRectangles" presStyleCnt="0"/>
      <dgm:spPr/>
    </dgm:pt>
    <dgm:pt modelId="{1ADDDD35-0D0B-4A59-87F8-EC38C36EBD9B}" type="pres">
      <dgm:prSet presAssocID="{4C092182-4D66-4EB0-B5AF-8EAE611D5BB1}" presName="parentLin" presStyleCnt="0"/>
      <dgm:spPr/>
    </dgm:pt>
    <dgm:pt modelId="{9AEF1C51-B9D5-430F-A762-F5C74D355593}" type="pres">
      <dgm:prSet presAssocID="{4C092182-4D66-4EB0-B5AF-8EAE611D5BB1}" presName="parentLeftMargin" presStyleLbl="node1" presStyleIdx="1" presStyleCnt="4"/>
      <dgm:spPr/>
    </dgm:pt>
    <dgm:pt modelId="{09466AA4-0CB1-413D-9375-A5AB25DB2333}" type="pres">
      <dgm:prSet presAssocID="{4C092182-4D66-4EB0-B5AF-8EAE611D5B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EBA79CC-0CF5-424E-B334-4EC054F5C8EB}" type="pres">
      <dgm:prSet presAssocID="{4C092182-4D66-4EB0-B5AF-8EAE611D5BB1}" presName="negativeSpace" presStyleCnt="0"/>
      <dgm:spPr/>
    </dgm:pt>
    <dgm:pt modelId="{567C1A8A-3B41-487C-BBE2-5FE2ED51116B}" type="pres">
      <dgm:prSet presAssocID="{4C092182-4D66-4EB0-B5AF-8EAE611D5BB1}" presName="childText" presStyleLbl="conFgAcc1" presStyleIdx="2" presStyleCnt="4">
        <dgm:presLayoutVars>
          <dgm:bulletEnabled val="1"/>
        </dgm:presLayoutVars>
      </dgm:prSet>
      <dgm:spPr/>
    </dgm:pt>
    <dgm:pt modelId="{8B0A12EF-FADD-44AF-9145-F0AEFBF3FEB0}" type="pres">
      <dgm:prSet presAssocID="{6D5A5491-7B14-4CAA-8300-B755A75F29B8}" presName="spaceBetweenRectangles" presStyleCnt="0"/>
      <dgm:spPr/>
    </dgm:pt>
    <dgm:pt modelId="{ED1F42A3-640D-4683-B987-875D250B1635}" type="pres">
      <dgm:prSet presAssocID="{AD6E15E6-A20F-4870-827F-59A8EE5BEE01}" presName="parentLin" presStyleCnt="0"/>
      <dgm:spPr/>
    </dgm:pt>
    <dgm:pt modelId="{E9022B5A-3C19-4E3D-AB2A-A9904315AFC7}" type="pres">
      <dgm:prSet presAssocID="{AD6E15E6-A20F-4870-827F-59A8EE5BEE01}" presName="parentLeftMargin" presStyleLbl="node1" presStyleIdx="2" presStyleCnt="4"/>
      <dgm:spPr/>
    </dgm:pt>
    <dgm:pt modelId="{E656E32A-77F3-4A19-8339-ABB37DDDCF7E}" type="pres">
      <dgm:prSet presAssocID="{AD6E15E6-A20F-4870-827F-59A8EE5BEE0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AD1359D-45B5-4172-9CF4-6DBF653E4256}" type="pres">
      <dgm:prSet presAssocID="{AD6E15E6-A20F-4870-827F-59A8EE5BEE01}" presName="negativeSpace" presStyleCnt="0"/>
      <dgm:spPr/>
    </dgm:pt>
    <dgm:pt modelId="{F2D9F5DD-B66C-4502-9789-952FA59AB470}" type="pres">
      <dgm:prSet presAssocID="{AD6E15E6-A20F-4870-827F-59A8EE5BEE0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461C008-7E46-45AC-B069-ED6F8C557340}" srcId="{6DA6097C-E07E-4E68-B12A-3B484B915F6E}" destId="{AD6E15E6-A20F-4870-827F-59A8EE5BEE01}" srcOrd="3" destOrd="0" parTransId="{6711D80B-3205-4AE8-8E86-226D71E8D3D0}" sibTransId="{C5B27176-5360-4CCE-96E5-F1C4CE99C50A}"/>
    <dgm:cxn modelId="{5B6FE10A-2551-4009-BD23-27A4B34D6308}" srcId="{6DA6097C-E07E-4E68-B12A-3B484B915F6E}" destId="{45AE7EFA-70BF-42E6-AED1-67CFDB173417}" srcOrd="0" destOrd="0" parTransId="{84EA84EA-CF7B-4263-BE70-B136C54E0426}" sibTransId="{598666D9-91E5-465F-8903-D15DA73FF17A}"/>
    <dgm:cxn modelId="{4D1AB50B-A931-4B43-8E22-531DD3B3328E}" type="presOf" srcId="{45AE7EFA-70BF-42E6-AED1-67CFDB173417}" destId="{C468A059-6327-43A1-9DAA-E06A1A7ECE77}" srcOrd="0" destOrd="0" presId="urn:microsoft.com/office/officeart/2005/8/layout/list1"/>
    <dgm:cxn modelId="{F0F7DB15-6B14-46AA-A114-39BF370E0BEB}" type="presOf" srcId="{45AE7EFA-70BF-42E6-AED1-67CFDB173417}" destId="{869A3BAD-95DE-4C29-9CA5-E97F73A858D9}" srcOrd="1" destOrd="0" presId="urn:microsoft.com/office/officeart/2005/8/layout/list1"/>
    <dgm:cxn modelId="{B3ABD224-79E4-4E0F-83EA-B4D1E476234C}" type="presOf" srcId="{AD6E15E6-A20F-4870-827F-59A8EE5BEE01}" destId="{E656E32A-77F3-4A19-8339-ABB37DDDCF7E}" srcOrd="1" destOrd="0" presId="urn:microsoft.com/office/officeart/2005/8/layout/list1"/>
    <dgm:cxn modelId="{E2416D27-3E5B-4123-96FD-4743E094BE45}" srcId="{6DA6097C-E07E-4E68-B12A-3B484B915F6E}" destId="{4C092182-4D66-4EB0-B5AF-8EAE611D5BB1}" srcOrd="2" destOrd="0" parTransId="{C937E508-E783-424A-BF91-1FDCF1FCC93C}" sibTransId="{6D5A5491-7B14-4CAA-8300-B755A75F29B8}"/>
    <dgm:cxn modelId="{50A4B137-9B68-49D9-A01E-D57B27493992}" type="presOf" srcId="{4C092182-4D66-4EB0-B5AF-8EAE611D5BB1}" destId="{09466AA4-0CB1-413D-9375-A5AB25DB2333}" srcOrd="1" destOrd="0" presId="urn:microsoft.com/office/officeart/2005/8/layout/list1"/>
    <dgm:cxn modelId="{4F79D43A-2E8E-415A-9D11-2BA5E4DCB074}" type="presOf" srcId="{4C092182-4D66-4EB0-B5AF-8EAE611D5BB1}" destId="{9AEF1C51-B9D5-430F-A762-F5C74D355593}" srcOrd="0" destOrd="0" presId="urn:microsoft.com/office/officeart/2005/8/layout/list1"/>
    <dgm:cxn modelId="{4DF12E74-09D8-475C-9AA3-9992275E183B}" type="presOf" srcId="{5F1AE119-6457-4CEC-A78E-2B4A6091B090}" destId="{68F6DD53-021D-4401-8873-D4CC3AFEDA5C}" srcOrd="1" destOrd="0" presId="urn:microsoft.com/office/officeart/2005/8/layout/list1"/>
    <dgm:cxn modelId="{ADE06ADA-5FAC-4C7D-918B-B2307DCC2251}" srcId="{6DA6097C-E07E-4E68-B12A-3B484B915F6E}" destId="{5F1AE119-6457-4CEC-A78E-2B4A6091B090}" srcOrd="1" destOrd="0" parTransId="{55CF2D29-81AB-4297-96D9-1859A1BB67AC}" sibTransId="{27130E53-A379-46D0-AD02-32E6602A61BB}"/>
    <dgm:cxn modelId="{905F05DB-8761-42E8-B5BB-43B361B29E64}" type="presOf" srcId="{5F1AE119-6457-4CEC-A78E-2B4A6091B090}" destId="{BA9F7983-3104-46A1-B11F-84EF5476A2B5}" srcOrd="0" destOrd="0" presId="urn:microsoft.com/office/officeart/2005/8/layout/list1"/>
    <dgm:cxn modelId="{16CCA4EE-8F8F-452F-8C90-D24474B7BBC0}" type="presOf" srcId="{6DA6097C-E07E-4E68-B12A-3B484B915F6E}" destId="{E76837E1-5F13-4737-A0DC-7BDB0E98F730}" srcOrd="0" destOrd="0" presId="urn:microsoft.com/office/officeart/2005/8/layout/list1"/>
    <dgm:cxn modelId="{7800DAFA-9AE1-42BA-8579-4B8DC063B4AA}" type="presOf" srcId="{AD6E15E6-A20F-4870-827F-59A8EE5BEE01}" destId="{E9022B5A-3C19-4E3D-AB2A-A9904315AFC7}" srcOrd="0" destOrd="0" presId="urn:microsoft.com/office/officeart/2005/8/layout/list1"/>
    <dgm:cxn modelId="{FDBF24AF-7290-442A-B08C-5A33984F3F48}" type="presParOf" srcId="{E76837E1-5F13-4737-A0DC-7BDB0E98F730}" destId="{970712E2-C07F-4631-B318-1CD701F1DD77}" srcOrd="0" destOrd="0" presId="urn:microsoft.com/office/officeart/2005/8/layout/list1"/>
    <dgm:cxn modelId="{5D70ADB0-7EB6-4DB0-A54D-5593EB8F6172}" type="presParOf" srcId="{970712E2-C07F-4631-B318-1CD701F1DD77}" destId="{C468A059-6327-43A1-9DAA-E06A1A7ECE77}" srcOrd="0" destOrd="0" presId="urn:microsoft.com/office/officeart/2005/8/layout/list1"/>
    <dgm:cxn modelId="{82F86EAA-B51F-46F5-9BEA-E0183EA9E4FE}" type="presParOf" srcId="{970712E2-C07F-4631-B318-1CD701F1DD77}" destId="{869A3BAD-95DE-4C29-9CA5-E97F73A858D9}" srcOrd="1" destOrd="0" presId="urn:microsoft.com/office/officeart/2005/8/layout/list1"/>
    <dgm:cxn modelId="{FBA62FA0-FB1E-4144-99B0-E36938D24EA0}" type="presParOf" srcId="{E76837E1-5F13-4737-A0DC-7BDB0E98F730}" destId="{60DBFE91-D630-4F17-824E-57A94DB79752}" srcOrd="1" destOrd="0" presId="urn:microsoft.com/office/officeart/2005/8/layout/list1"/>
    <dgm:cxn modelId="{D6645FEE-C5DF-41DE-9F3E-6FFDA52CBCB5}" type="presParOf" srcId="{E76837E1-5F13-4737-A0DC-7BDB0E98F730}" destId="{EB9A0631-4C23-4333-B6E4-D078E7604F14}" srcOrd="2" destOrd="0" presId="urn:microsoft.com/office/officeart/2005/8/layout/list1"/>
    <dgm:cxn modelId="{430E0C06-E534-4654-AF9F-B57E473E7E0A}" type="presParOf" srcId="{E76837E1-5F13-4737-A0DC-7BDB0E98F730}" destId="{E532F2C7-DA65-4C82-B7E3-2CB2A7FB5ECB}" srcOrd="3" destOrd="0" presId="urn:microsoft.com/office/officeart/2005/8/layout/list1"/>
    <dgm:cxn modelId="{59A97B68-E045-4126-8783-AB873014194D}" type="presParOf" srcId="{E76837E1-5F13-4737-A0DC-7BDB0E98F730}" destId="{1ACA0672-0EDB-403F-911B-AF60726CFAF3}" srcOrd="4" destOrd="0" presId="urn:microsoft.com/office/officeart/2005/8/layout/list1"/>
    <dgm:cxn modelId="{92770030-5BC4-4FD2-BF08-A5E65FB06FE8}" type="presParOf" srcId="{1ACA0672-0EDB-403F-911B-AF60726CFAF3}" destId="{BA9F7983-3104-46A1-B11F-84EF5476A2B5}" srcOrd="0" destOrd="0" presId="urn:microsoft.com/office/officeart/2005/8/layout/list1"/>
    <dgm:cxn modelId="{B0F11DDC-6C20-416C-ACC0-5EFB6F8CFDD0}" type="presParOf" srcId="{1ACA0672-0EDB-403F-911B-AF60726CFAF3}" destId="{68F6DD53-021D-4401-8873-D4CC3AFEDA5C}" srcOrd="1" destOrd="0" presId="urn:microsoft.com/office/officeart/2005/8/layout/list1"/>
    <dgm:cxn modelId="{93B987D0-E967-4EFE-AD06-1C528EFD491B}" type="presParOf" srcId="{E76837E1-5F13-4737-A0DC-7BDB0E98F730}" destId="{58332698-06C7-4AD5-99EC-F935523FA17B}" srcOrd="5" destOrd="0" presId="urn:microsoft.com/office/officeart/2005/8/layout/list1"/>
    <dgm:cxn modelId="{7892CECC-C17A-44AA-BF04-5C539A1D8EDD}" type="presParOf" srcId="{E76837E1-5F13-4737-A0DC-7BDB0E98F730}" destId="{2036198D-6E42-4D67-A2E3-03F8885715F3}" srcOrd="6" destOrd="0" presId="urn:microsoft.com/office/officeart/2005/8/layout/list1"/>
    <dgm:cxn modelId="{2E8CC485-AC3A-4B1A-A8BA-3E1F2B11F52F}" type="presParOf" srcId="{E76837E1-5F13-4737-A0DC-7BDB0E98F730}" destId="{3C65F040-FE9E-4906-88A2-87999C20A91E}" srcOrd="7" destOrd="0" presId="urn:microsoft.com/office/officeart/2005/8/layout/list1"/>
    <dgm:cxn modelId="{5DEB552A-8BE8-4C34-A16B-FDC8561747FE}" type="presParOf" srcId="{E76837E1-5F13-4737-A0DC-7BDB0E98F730}" destId="{1ADDDD35-0D0B-4A59-87F8-EC38C36EBD9B}" srcOrd="8" destOrd="0" presId="urn:microsoft.com/office/officeart/2005/8/layout/list1"/>
    <dgm:cxn modelId="{ED343199-EC4C-4156-9051-CD2B1039D50D}" type="presParOf" srcId="{1ADDDD35-0D0B-4A59-87F8-EC38C36EBD9B}" destId="{9AEF1C51-B9D5-430F-A762-F5C74D355593}" srcOrd="0" destOrd="0" presId="urn:microsoft.com/office/officeart/2005/8/layout/list1"/>
    <dgm:cxn modelId="{216813CC-A6B1-4C39-AB1F-F54DF3123768}" type="presParOf" srcId="{1ADDDD35-0D0B-4A59-87F8-EC38C36EBD9B}" destId="{09466AA4-0CB1-413D-9375-A5AB25DB2333}" srcOrd="1" destOrd="0" presId="urn:microsoft.com/office/officeart/2005/8/layout/list1"/>
    <dgm:cxn modelId="{BAA196C1-C29E-4E73-83EC-F9C927300AB7}" type="presParOf" srcId="{E76837E1-5F13-4737-A0DC-7BDB0E98F730}" destId="{4EBA79CC-0CF5-424E-B334-4EC054F5C8EB}" srcOrd="9" destOrd="0" presId="urn:microsoft.com/office/officeart/2005/8/layout/list1"/>
    <dgm:cxn modelId="{3F4D1147-040E-4858-9A94-4EC881F70AF8}" type="presParOf" srcId="{E76837E1-5F13-4737-A0DC-7BDB0E98F730}" destId="{567C1A8A-3B41-487C-BBE2-5FE2ED51116B}" srcOrd="10" destOrd="0" presId="urn:microsoft.com/office/officeart/2005/8/layout/list1"/>
    <dgm:cxn modelId="{93566937-CC07-4487-84AB-A9D4BEE36311}" type="presParOf" srcId="{E76837E1-5F13-4737-A0DC-7BDB0E98F730}" destId="{8B0A12EF-FADD-44AF-9145-F0AEFBF3FEB0}" srcOrd="11" destOrd="0" presId="urn:microsoft.com/office/officeart/2005/8/layout/list1"/>
    <dgm:cxn modelId="{E5ECA37D-1553-453A-B88F-5501E2C7B18A}" type="presParOf" srcId="{E76837E1-5F13-4737-A0DC-7BDB0E98F730}" destId="{ED1F42A3-640D-4683-B987-875D250B1635}" srcOrd="12" destOrd="0" presId="urn:microsoft.com/office/officeart/2005/8/layout/list1"/>
    <dgm:cxn modelId="{1485B7B0-FE7F-4394-9E69-C265331936DB}" type="presParOf" srcId="{ED1F42A3-640D-4683-B987-875D250B1635}" destId="{E9022B5A-3C19-4E3D-AB2A-A9904315AFC7}" srcOrd="0" destOrd="0" presId="urn:microsoft.com/office/officeart/2005/8/layout/list1"/>
    <dgm:cxn modelId="{72160B6A-9CC0-4EC3-992D-E4EA671A7DC9}" type="presParOf" srcId="{ED1F42A3-640D-4683-B987-875D250B1635}" destId="{E656E32A-77F3-4A19-8339-ABB37DDDCF7E}" srcOrd="1" destOrd="0" presId="urn:microsoft.com/office/officeart/2005/8/layout/list1"/>
    <dgm:cxn modelId="{42089892-3D3C-447D-8E04-6D2DDB2EBD4F}" type="presParOf" srcId="{E76837E1-5F13-4737-A0DC-7BDB0E98F730}" destId="{AAD1359D-45B5-4172-9CF4-6DBF653E4256}" srcOrd="13" destOrd="0" presId="urn:microsoft.com/office/officeart/2005/8/layout/list1"/>
    <dgm:cxn modelId="{CB87D758-68DC-49E3-870F-854CBBD9E35E}" type="presParOf" srcId="{E76837E1-5F13-4737-A0DC-7BDB0E98F730}" destId="{F2D9F5DD-B66C-4502-9789-952FA59AB47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5FFF7C-E92B-47EB-B92A-858F54589620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2A480FD-E906-4566-9B1C-2DE8E56BBF34}">
      <dgm:prSet phldrT="[Текст]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uk-UA" dirty="0"/>
            <a:t>Дякую за увагу!</a:t>
          </a:r>
        </a:p>
      </dgm:t>
    </dgm:pt>
    <dgm:pt modelId="{E44DA87D-FBB1-4252-967C-A753DD9A0303}" type="parTrans" cxnId="{45A27857-3313-45D9-90CF-56027A8A474C}">
      <dgm:prSet/>
      <dgm:spPr/>
      <dgm:t>
        <a:bodyPr/>
        <a:lstStyle/>
        <a:p>
          <a:endParaRPr lang="uk-UA"/>
        </a:p>
      </dgm:t>
    </dgm:pt>
    <dgm:pt modelId="{83EED275-15FC-447C-A579-A619594A04C4}" type="sibTrans" cxnId="{45A27857-3313-45D9-90CF-56027A8A474C}">
      <dgm:prSet/>
      <dgm:spPr/>
      <dgm:t>
        <a:bodyPr/>
        <a:lstStyle/>
        <a:p>
          <a:endParaRPr lang="uk-UA"/>
        </a:p>
      </dgm:t>
    </dgm:pt>
    <dgm:pt modelId="{25E6FBD6-7B61-4BA7-BD2C-0BF1C19C3D77}" type="pres">
      <dgm:prSet presAssocID="{6D5FFF7C-E92B-47EB-B92A-858F54589620}" presName="linear" presStyleCnt="0">
        <dgm:presLayoutVars>
          <dgm:animLvl val="lvl"/>
          <dgm:resizeHandles val="exact"/>
        </dgm:presLayoutVars>
      </dgm:prSet>
      <dgm:spPr/>
    </dgm:pt>
    <dgm:pt modelId="{F45A3457-1249-4773-848D-9616750E7E94}" type="pres">
      <dgm:prSet presAssocID="{B2A480FD-E906-4566-9B1C-2DE8E56BBF3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7692B40-AA90-4B26-B26C-2DFAA3F860B9}" type="presOf" srcId="{6D5FFF7C-E92B-47EB-B92A-858F54589620}" destId="{25E6FBD6-7B61-4BA7-BD2C-0BF1C19C3D77}" srcOrd="0" destOrd="0" presId="urn:microsoft.com/office/officeart/2005/8/layout/vList2"/>
    <dgm:cxn modelId="{45A27857-3313-45D9-90CF-56027A8A474C}" srcId="{6D5FFF7C-E92B-47EB-B92A-858F54589620}" destId="{B2A480FD-E906-4566-9B1C-2DE8E56BBF34}" srcOrd="0" destOrd="0" parTransId="{E44DA87D-FBB1-4252-967C-A753DD9A0303}" sibTransId="{83EED275-15FC-447C-A579-A619594A04C4}"/>
    <dgm:cxn modelId="{DE9FADF5-1225-427E-9EA3-F30D23D6430A}" type="presOf" srcId="{B2A480FD-E906-4566-9B1C-2DE8E56BBF34}" destId="{F45A3457-1249-4773-848D-9616750E7E94}" srcOrd="0" destOrd="0" presId="urn:microsoft.com/office/officeart/2005/8/layout/vList2"/>
    <dgm:cxn modelId="{D0EC485E-40A5-4955-9F63-183EEB95B985}" type="presParOf" srcId="{25E6FBD6-7B61-4BA7-BD2C-0BF1C19C3D77}" destId="{F45A3457-1249-4773-848D-9616750E7E9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C9052-E0D6-4AFD-BF30-F370C716F4E9}">
      <dsp:nvSpPr>
        <dsp:cNvPr id="0" name=""/>
        <dsp:cNvSpPr/>
      </dsp:nvSpPr>
      <dsp:spPr>
        <a:xfrm rot="5400000">
          <a:off x="5781358" y="-2239869"/>
          <a:ext cx="1227706" cy="601902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900" kern="1200" dirty="0"/>
            <a:t>Фізичні пристрої.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900" kern="1200" dirty="0"/>
            <a:t>Це комп</a:t>
          </a:r>
          <a:r>
            <a:rPr lang="en-US" sz="1900" kern="1200" dirty="0"/>
            <a:t>’</a:t>
          </a:r>
          <a:r>
            <a:rPr lang="uk-UA" sz="1900" kern="1200" dirty="0" err="1"/>
            <a:t>ютери</a:t>
          </a:r>
          <a:r>
            <a:rPr lang="uk-UA" sz="1900" kern="1200" dirty="0"/>
            <a:t>, сервери, телефони, тощо.</a:t>
          </a:r>
        </a:p>
      </dsp:txBody>
      <dsp:txXfrm rot="-5400000">
        <a:off x="3385700" y="215721"/>
        <a:ext cx="5959090" cy="1107842"/>
      </dsp:txXfrm>
    </dsp:sp>
    <dsp:sp modelId="{5B34198D-AF78-4CC7-AD19-DAAF6D8E7D5A}">
      <dsp:nvSpPr>
        <dsp:cNvPr id="0" name=""/>
        <dsp:cNvSpPr/>
      </dsp:nvSpPr>
      <dsp:spPr>
        <a:xfrm>
          <a:off x="0" y="2325"/>
          <a:ext cx="3385700" cy="1534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Hardware</a:t>
          </a:r>
          <a:endParaRPr lang="uk-UA" sz="2800" kern="1200" dirty="0"/>
        </a:p>
      </dsp:txBody>
      <dsp:txXfrm>
        <a:off x="74915" y="77240"/>
        <a:ext cx="3235870" cy="1384802"/>
      </dsp:txXfrm>
    </dsp:sp>
    <dsp:sp modelId="{C925C3D6-58BA-48F6-A822-128014AF6409}">
      <dsp:nvSpPr>
        <dsp:cNvPr id="0" name=""/>
        <dsp:cNvSpPr/>
      </dsp:nvSpPr>
      <dsp:spPr>
        <a:xfrm rot="5400000">
          <a:off x="5781358" y="-628505"/>
          <a:ext cx="1227706" cy="601902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900" kern="1200" dirty="0"/>
            <a:t>Програми які змушують</a:t>
          </a:r>
          <a:r>
            <a:rPr lang="en-US" sz="1900" kern="1200" dirty="0"/>
            <a:t> “</a:t>
          </a:r>
          <a:r>
            <a:rPr lang="uk-UA" sz="1900" kern="1200" dirty="0"/>
            <a:t>залізо</a:t>
          </a:r>
          <a:r>
            <a:rPr lang="en-US" sz="1900" kern="1200" dirty="0"/>
            <a:t>”</a:t>
          </a:r>
          <a:r>
            <a:rPr lang="uk-UA" sz="1900" kern="1200" dirty="0"/>
            <a:t> працювати.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900" kern="1200" dirty="0"/>
            <a:t>Це операційні системи, додатки, браузери, ігри</a:t>
          </a:r>
        </a:p>
      </dsp:txBody>
      <dsp:txXfrm rot="-5400000">
        <a:off x="3385700" y="1827085"/>
        <a:ext cx="5959090" cy="1107842"/>
      </dsp:txXfrm>
    </dsp:sp>
    <dsp:sp modelId="{29408C44-4ED0-49AB-ADDE-F73363C8CF89}">
      <dsp:nvSpPr>
        <dsp:cNvPr id="0" name=""/>
        <dsp:cNvSpPr/>
      </dsp:nvSpPr>
      <dsp:spPr>
        <a:xfrm>
          <a:off x="0" y="1613689"/>
          <a:ext cx="3385700" cy="1534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Software</a:t>
          </a:r>
          <a:endParaRPr lang="uk-UA" sz="2800" kern="1200" dirty="0"/>
        </a:p>
      </dsp:txBody>
      <dsp:txXfrm>
        <a:off x="74915" y="1688604"/>
        <a:ext cx="3235870" cy="1384802"/>
      </dsp:txXfrm>
    </dsp:sp>
    <dsp:sp modelId="{A5AE4DB2-E2A9-4CE7-A879-99F8CB775F63}">
      <dsp:nvSpPr>
        <dsp:cNvPr id="0" name=""/>
        <dsp:cNvSpPr/>
      </dsp:nvSpPr>
      <dsp:spPr>
        <a:xfrm rot="5400000">
          <a:off x="5781358" y="982859"/>
          <a:ext cx="1227706" cy="601902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900" kern="1200" dirty="0"/>
            <a:t>Інтернет, хмарні сховища, бази даних, </a:t>
          </a:r>
          <a:r>
            <a:rPr lang="en-US" sz="1900" kern="1200" dirty="0" err="1"/>
            <a:t>WiFi</a:t>
          </a:r>
          <a:r>
            <a:rPr lang="uk-UA" sz="1900" kern="1200" dirty="0"/>
            <a:t>.</a:t>
          </a:r>
        </a:p>
      </dsp:txBody>
      <dsp:txXfrm rot="-5400000">
        <a:off x="3385700" y="3438449"/>
        <a:ext cx="5959090" cy="1107842"/>
      </dsp:txXfrm>
    </dsp:sp>
    <dsp:sp modelId="{332F6856-79CA-46AA-A1D5-AFC0043F4B14}">
      <dsp:nvSpPr>
        <dsp:cNvPr id="0" name=""/>
        <dsp:cNvSpPr/>
      </dsp:nvSpPr>
      <dsp:spPr>
        <a:xfrm>
          <a:off x="0" y="3225054"/>
          <a:ext cx="3385700" cy="1534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Services and Communication</a:t>
          </a:r>
          <a:endParaRPr lang="uk-UA" sz="2800" kern="1200" dirty="0"/>
        </a:p>
      </dsp:txBody>
      <dsp:txXfrm>
        <a:off x="74915" y="3299969"/>
        <a:ext cx="3235870" cy="13848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DEABA-1D0B-45C3-AB5F-92F8A8920D80}">
      <dsp:nvSpPr>
        <dsp:cNvPr id="0" name=""/>
        <dsp:cNvSpPr/>
      </dsp:nvSpPr>
      <dsp:spPr>
        <a:xfrm>
          <a:off x="0" y="0"/>
          <a:ext cx="8947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1B608-BF41-4E03-A030-B7FD5FEFF7D9}">
      <dsp:nvSpPr>
        <dsp:cNvPr id="0" name=""/>
        <dsp:cNvSpPr/>
      </dsp:nvSpPr>
      <dsp:spPr>
        <a:xfrm>
          <a:off x="0" y="0"/>
          <a:ext cx="1789430" cy="4195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kern="1200" dirty="0"/>
            <a:t>Розробка – написання коду</a:t>
          </a:r>
        </a:p>
      </dsp:txBody>
      <dsp:txXfrm>
        <a:off x="0" y="0"/>
        <a:ext cx="1789430" cy="4195762"/>
      </dsp:txXfrm>
    </dsp:sp>
    <dsp:sp modelId="{F0998F97-A0EF-4ECD-9F60-6210316A93B9}">
      <dsp:nvSpPr>
        <dsp:cNvPr id="0" name=""/>
        <dsp:cNvSpPr/>
      </dsp:nvSpPr>
      <dsp:spPr>
        <a:xfrm>
          <a:off x="1923637" y="65558"/>
          <a:ext cx="702351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kern="1200" dirty="0"/>
            <a:t>Дизайн – візуальна частина та логіка інтерфейсів.</a:t>
          </a:r>
        </a:p>
      </dsp:txBody>
      <dsp:txXfrm>
        <a:off x="1923637" y="65558"/>
        <a:ext cx="7023512" cy="1311175"/>
      </dsp:txXfrm>
    </dsp:sp>
    <dsp:sp modelId="{68490BB1-C548-4F95-8FA3-C230F55656D2}">
      <dsp:nvSpPr>
        <dsp:cNvPr id="0" name=""/>
        <dsp:cNvSpPr/>
      </dsp:nvSpPr>
      <dsp:spPr>
        <a:xfrm>
          <a:off x="1789430" y="1376734"/>
          <a:ext cx="7157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0F9E2-EF34-4466-A14B-FB318C3885FB}">
      <dsp:nvSpPr>
        <dsp:cNvPr id="0" name=""/>
        <dsp:cNvSpPr/>
      </dsp:nvSpPr>
      <dsp:spPr>
        <a:xfrm>
          <a:off x="1923637" y="1442293"/>
          <a:ext cx="702351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kern="1200" dirty="0"/>
            <a:t>Якість (тестування) – перевірка продукту на помилки.</a:t>
          </a:r>
        </a:p>
      </dsp:txBody>
      <dsp:txXfrm>
        <a:off x="1923637" y="1442293"/>
        <a:ext cx="7023512" cy="1311175"/>
      </dsp:txXfrm>
    </dsp:sp>
    <dsp:sp modelId="{2C024D0B-0D5E-4B24-A34D-63A777A94F5A}">
      <dsp:nvSpPr>
        <dsp:cNvPr id="0" name=""/>
        <dsp:cNvSpPr/>
      </dsp:nvSpPr>
      <dsp:spPr>
        <a:xfrm>
          <a:off x="1789430" y="2753468"/>
          <a:ext cx="7157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405B9-1BE6-4C01-9249-14FBF20214BA}">
      <dsp:nvSpPr>
        <dsp:cNvPr id="0" name=""/>
        <dsp:cNvSpPr/>
      </dsp:nvSpPr>
      <dsp:spPr>
        <a:xfrm>
          <a:off x="1923637" y="2819027"/>
          <a:ext cx="702351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kern="1200" dirty="0"/>
            <a:t>Менеджмент – управління командою та процесами.</a:t>
          </a:r>
        </a:p>
      </dsp:txBody>
      <dsp:txXfrm>
        <a:off x="1923637" y="2819027"/>
        <a:ext cx="7023512" cy="1311175"/>
      </dsp:txXfrm>
    </dsp:sp>
    <dsp:sp modelId="{5BCBEF05-7E90-474D-9086-0D0FB81155E3}">
      <dsp:nvSpPr>
        <dsp:cNvPr id="0" name=""/>
        <dsp:cNvSpPr/>
      </dsp:nvSpPr>
      <dsp:spPr>
        <a:xfrm>
          <a:off x="1789430" y="4130203"/>
          <a:ext cx="7157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A0631-4C23-4333-B6E4-D078E7604F14}">
      <dsp:nvSpPr>
        <dsp:cNvPr id="0" name=""/>
        <dsp:cNvSpPr/>
      </dsp:nvSpPr>
      <dsp:spPr>
        <a:xfrm>
          <a:off x="0" y="1713501"/>
          <a:ext cx="1192695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A3BAD-95DE-4C29-9CA5-E97F73A858D9}">
      <dsp:nvSpPr>
        <dsp:cNvPr id="0" name=""/>
        <dsp:cNvSpPr/>
      </dsp:nvSpPr>
      <dsp:spPr>
        <a:xfrm>
          <a:off x="596347" y="1477341"/>
          <a:ext cx="834886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5567" tIns="0" rIns="31556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UI Designer –</a:t>
          </a:r>
          <a:r>
            <a:rPr lang="uk-UA" sz="1600" kern="1200" dirty="0"/>
            <a:t> дизайнер інтерфейсу програми.</a:t>
          </a:r>
          <a:r>
            <a:rPr lang="en-US" sz="1600" kern="1200" dirty="0"/>
            <a:t> </a:t>
          </a:r>
          <a:endParaRPr lang="uk-UA" sz="1600" kern="1200" dirty="0"/>
        </a:p>
      </dsp:txBody>
      <dsp:txXfrm>
        <a:off x="619404" y="1500398"/>
        <a:ext cx="8302755" cy="426206"/>
      </dsp:txXfrm>
    </dsp:sp>
    <dsp:sp modelId="{2036198D-6E42-4D67-A2E3-03F8885715F3}">
      <dsp:nvSpPr>
        <dsp:cNvPr id="0" name=""/>
        <dsp:cNvSpPr/>
      </dsp:nvSpPr>
      <dsp:spPr>
        <a:xfrm>
          <a:off x="0" y="2439261"/>
          <a:ext cx="1192695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F6DD53-021D-4401-8873-D4CC3AFEDA5C}">
      <dsp:nvSpPr>
        <dsp:cNvPr id="0" name=""/>
        <dsp:cNvSpPr/>
      </dsp:nvSpPr>
      <dsp:spPr>
        <a:xfrm>
          <a:off x="596347" y="2203101"/>
          <a:ext cx="834886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5567" tIns="0" rIns="31556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Project Manager –</a:t>
          </a:r>
          <a:r>
            <a:rPr lang="uk-UA" sz="1600" kern="1200" dirty="0"/>
            <a:t> той хто керує командою розробників.</a:t>
          </a:r>
          <a:r>
            <a:rPr lang="en-US" sz="1600" kern="1200" dirty="0"/>
            <a:t> </a:t>
          </a:r>
          <a:endParaRPr lang="uk-UA" sz="1600" kern="1200" dirty="0"/>
        </a:p>
      </dsp:txBody>
      <dsp:txXfrm>
        <a:off x="619404" y="2226158"/>
        <a:ext cx="8302755" cy="426206"/>
      </dsp:txXfrm>
    </dsp:sp>
    <dsp:sp modelId="{567C1A8A-3B41-487C-BBE2-5FE2ED51116B}">
      <dsp:nvSpPr>
        <dsp:cNvPr id="0" name=""/>
        <dsp:cNvSpPr/>
      </dsp:nvSpPr>
      <dsp:spPr>
        <a:xfrm>
          <a:off x="0" y="3165021"/>
          <a:ext cx="1192695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466AA4-0CB1-413D-9375-A5AB25DB2333}">
      <dsp:nvSpPr>
        <dsp:cNvPr id="0" name=""/>
        <dsp:cNvSpPr/>
      </dsp:nvSpPr>
      <dsp:spPr>
        <a:xfrm>
          <a:off x="596347" y="2928861"/>
          <a:ext cx="834886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5567" tIns="0" rIns="31556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Mobile Developer –</a:t>
          </a:r>
          <a:r>
            <a:rPr lang="uk-UA" sz="1600" kern="1200" dirty="0"/>
            <a:t> створює додатки виключно для мобільних платформ.</a:t>
          </a:r>
        </a:p>
      </dsp:txBody>
      <dsp:txXfrm>
        <a:off x="619404" y="2951918"/>
        <a:ext cx="8302755" cy="426206"/>
      </dsp:txXfrm>
    </dsp:sp>
    <dsp:sp modelId="{F2D9F5DD-B66C-4502-9789-952FA59AB470}">
      <dsp:nvSpPr>
        <dsp:cNvPr id="0" name=""/>
        <dsp:cNvSpPr/>
      </dsp:nvSpPr>
      <dsp:spPr>
        <a:xfrm>
          <a:off x="0" y="3890781"/>
          <a:ext cx="1192695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6E32A-77F3-4A19-8339-ABB37DDDCF7E}">
      <dsp:nvSpPr>
        <dsp:cNvPr id="0" name=""/>
        <dsp:cNvSpPr/>
      </dsp:nvSpPr>
      <dsp:spPr>
        <a:xfrm>
          <a:off x="596347" y="3654621"/>
          <a:ext cx="834886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5567" tIns="0" rIns="31556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Game Developer </a:t>
          </a:r>
          <a:r>
            <a:rPr lang="uk-UA" sz="1600" kern="1200" dirty="0"/>
            <a:t>– розробник ігор для різних платформ.</a:t>
          </a:r>
        </a:p>
      </dsp:txBody>
      <dsp:txXfrm>
        <a:off x="619404" y="3677678"/>
        <a:ext cx="8302755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5A3457-1249-4773-848D-9616750E7E94}">
      <dsp:nvSpPr>
        <dsp:cNvPr id="0" name=""/>
        <dsp:cNvSpPr/>
      </dsp:nvSpPr>
      <dsp:spPr>
        <a:xfrm>
          <a:off x="0" y="1318368"/>
          <a:ext cx="8947150" cy="1559025"/>
        </a:xfrm>
        <a:prstGeom prst="roundRect">
          <a:avLst/>
        </a:prstGeom>
        <a:solidFill>
          <a:schemeClr val="dk1"/>
        </a:solidFill>
        <a:ln w="19050" cap="rnd" cmpd="sng" algn="ctr">
          <a:solidFill>
            <a:schemeClr val="dk1">
              <a:shade val="5000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6500" kern="1200" dirty="0"/>
            <a:t>Дякую за увагу!</a:t>
          </a:r>
        </a:p>
      </dsp:txBody>
      <dsp:txXfrm>
        <a:off x="76105" y="1394473"/>
        <a:ext cx="8794940" cy="1406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uk-UA"/>
              <a:t>Відредагуйте стиль зразка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E5CB8-71BB-4A4B-998B-DEE7DFC2C7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IT-</a:t>
            </a:r>
            <a:r>
              <a:rPr lang="uk-UA" dirty="0"/>
              <a:t>Професії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AF56AB2-9B7A-498C-980C-DA372B48D8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520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AD7C7-4B56-4235-A79D-AEF9C39B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таке </a:t>
            </a:r>
            <a:r>
              <a:rPr lang="en-US" dirty="0"/>
              <a:t>IT?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1480C08-417A-4B45-9978-5EF1511B0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– </a:t>
            </a:r>
            <a:r>
              <a:rPr lang="uk-UA" dirty="0"/>
              <a:t>це широка сфера, яка охоплює все, що </a:t>
            </a:r>
            <a:r>
              <a:rPr lang="uk-UA" dirty="0" err="1"/>
              <a:t>пов</a:t>
            </a:r>
            <a:r>
              <a:rPr lang="en-US" dirty="0"/>
              <a:t>’</a:t>
            </a:r>
            <a:r>
              <a:rPr lang="uk-UA" dirty="0" err="1"/>
              <a:t>язано</a:t>
            </a:r>
            <a:r>
              <a:rPr lang="uk-UA" dirty="0"/>
              <a:t> зі створенням, зберіганням, передачею, обробкою інформації за допомогою комп</a:t>
            </a:r>
            <a:r>
              <a:rPr lang="en-US" dirty="0"/>
              <a:t>’</a:t>
            </a:r>
            <a:r>
              <a:rPr lang="uk-UA" dirty="0" err="1"/>
              <a:t>ютерної</a:t>
            </a:r>
            <a:r>
              <a:rPr lang="uk-UA" dirty="0"/>
              <a:t> техніки.</a:t>
            </a:r>
          </a:p>
          <a:p>
            <a:r>
              <a:rPr lang="uk-UA" dirty="0"/>
              <a:t>Якщо говорити простіше</a:t>
            </a:r>
            <a:r>
              <a:rPr lang="en-US" dirty="0"/>
              <a:t>:</a:t>
            </a:r>
            <a:r>
              <a:rPr lang="uk-UA" dirty="0"/>
              <a:t> ІТ – це вирішення проблем людей та бізнесу за допомогою технологій.</a:t>
            </a:r>
          </a:p>
        </p:txBody>
      </p:sp>
    </p:spTree>
    <p:extLst>
      <p:ext uri="{BB962C8B-B14F-4D97-AF65-F5344CB8AC3E}">
        <p14:creationId xmlns:p14="http://schemas.microsoft.com/office/powerpoint/2010/main" val="2058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475CC-0427-4BCB-AD6E-ED666EB9A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 чого складається ІТ</a:t>
            </a:r>
            <a:r>
              <a:rPr lang="en-US" dirty="0"/>
              <a:t>?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F91B182A-26C3-49C3-804C-A339F40C1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10877"/>
              </p:ext>
            </p:extLst>
          </p:nvPr>
        </p:nvGraphicFramePr>
        <p:xfrm>
          <a:off x="927652" y="1643270"/>
          <a:ext cx="9404723" cy="4762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277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BCC-2CCF-400E-921F-A4C26C13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Основні напрямки в ІТ.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52B8389-67F3-40F6-97F1-C1FBF0213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358268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9757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9E2D7-AD06-4EFF-BE14-213EEF414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uk-UA" dirty="0"/>
              <a:t>Будівельники</a:t>
            </a:r>
            <a:r>
              <a:rPr lang="en-US" dirty="0"/>
              <a:t>” </a:t>
            </a:r>
            <a:r>
              <a:rPr lang="uk-UA" dirty="0"/>
              <a:t>ІТ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4F504B9-E8F3-4447-9228-DE586B929D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671907"/>
              </p:ext>
            </p:extLst>
          </p:nvPr>
        </p:nvGraphicFramePr>
        <p:xfrm>
          <a:off x="145773" y="1086678"/>
          <a:ext cx="11926957" cy="5771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0023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BD329C-55D6-4AB8-8A86-3E1B572B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Попит на ІТ професії (у %)</a:t>
            </a:r>
          </a:p>
        </p:txBody>
      </p:sp>
      <p:graphicFrame>
        <p:nvGraphicFramePr>
          <p:cNvPr id="22" name="Місце для вмісту 21">
            <a:extLst>
              <a:ext uri="{FF2B5EF4-FFF2-40B4-BE49-F238E27FC236}">
                <a16:creationId xmlns:a16="http://schemas.microsoft.com/office/drawing/2014/main" id="{6FC755A3-1E80-45C8-98D0-EA79A17396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237336"/>
              </p:ext>
            </p:extLst>
          </p:nvPr>
        </p:nvGraphicFramePr>
        <p:xfrm>
          <a:off x="1235835" y="1999629"/>
          <a:ext cx="8947150" cy="4195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357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2CFBC-CAA8-4FC0-9B40-784C4616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066E5FE-A708-47B7-B77F-CCBBFC0EA4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4957671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8411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129</TotalTime>
  <Words>187</Words>
  <Application>Microsoft Office PowerPoint</Application>
  <PresentationFormat>Широкий екран</PresentationFormat>
  <Paragraphs>25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Іон</vt:lpstr>
      <vt:lpstr>IT-Професії</vt:lpstr>
      <vt:lpstr>Що таке IT?</vt:lpstr>
      <vt:lpstr>З чого складається ІТ?</vt:lpstr>
      <vt:lpstr>Основні напрямки в ІТ.</vt:lpstr>
      <vt:lpstr>“Будівельники” ІТ</vt:lpstr>
      <vt:lpstr>Попит на ІТ професії (у %)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IT-Професії</dc:title>
  <dc:creator>1</dc:creator>
  <cp:lastModifiedBy>1</cp:lastModifiedBy>
  <cp:revision>11</cp:revision>
  <dcterms:created xsi:type="dcterms:W3CDTF">2025-12-13T14:40:38Z</dcterms:created>
  <dcterms:modified xsi:type="dcterms:W3CDTF">2025-12-13T16:49:47Z</dcterms:modified>
</cp:coreProperties>
</file>